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71" r:id="rId2"/>
  </p:sldMasterIdLst>
  <p:notesMasterIdLst>
    <p:notesMasterId r:id="rId17"/>
  </p:notesMasterIdLst>
  <p:sldIdLst>
    <p:sldId id="274" r:id="rId3"/>
    <p:sldId id="319" r:id="rId4"/>
    <p:sldId id="320" r:id="rId5"/>
    <p:sldId id="315" r:id="rId6"/>
    <p:sldId id="324" r:id="rId7"/>
    <p:sldId id="326" r:id="rId8"/>
    <p:sldId id="327" r:id="rId9"/>
    <p:sldId id="329" r:id="rId10"/>
    <p:sldId id="328" r:id="rId11"/>
    <p:sldId id="333" r:id="rId12"/>
    <p:sldId id="330" r:id="rId13"/>
    <p:sldId id="331" r:id="rId14"/>
    <p:sldId id="332" r:id="rId15"/>
    <p:sldId id="321" r:id="rId16"/>
  </p:sldIdLst>
  <p:sldSz cx="12192000" cy="6858000"/>
  <p:notesSz cx="7010400" cy="9296400"/>
  <p:embeddedFontLst>
    <p:embeddedFont>
      <p:font typeface="Arial Narrow" panose="020B0606020202030204" pitchFamily="34" charset="0"/>
      <p:regular r:id="rId18"/>
      <p:bold r:id="rId19"/>
      <p:italic r:id="rId20"/>
      <p:boldItalic r:id="rId21"/>
    </p:embeddedFont>
    <p:embeddedFont>
      <p:font typeface="Montserrat" panose="00000500000000000000" pitchFamily="2" charset="0"/>
      <p:regular r:id="rId22"/>
      <p:bold r:id="rId23"/>
      <p:italic r:id="rId24"/>
      <p:boldItalic r:id="rId25"/>
    </p:embeddedFont>
    <p:embeddedFont>
      <p:font typeface="Montserrat Medium" panose="00000600000000000000" pitchFamily="2" charset="0"/>
      <p:regular r:id="rId26"/>
    </p:embeddedFont>
    <p:embeddedFont>
      <p:font typeface="Raleway" pitchFamily="2" charset="0"/>
      <p:regular r:id="rId27"/>
      <p:bold r:id="rId28"/>
      <p:italic r:id="rId29"/>
      <p:boldItalic r:id="rId30"/>
    </p:embeddedFont>
    <p:embeddedFont>
      <p:font typeface="Roboto" panose="02000000000000000000" pitchFamily="2" charset="0"/>
      <p:regular r:id="rId31"/>
      <p:bold r:id="rId32"/>
      <p:italic r:id="rId33"/>
      <p:boldItalic r:id="rId34"/>
    </p:embeddedFont>
    <p:embeddedFont>
      <p:font typeface="Roboto Light" panose="02000000000000000000" pitchFamily="2" charset="0"/>
      <p:regular r:id="rId35"/>
      <p:italic r:id="rId3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952">
          <p15:clr>
            <a:srgbClr val="000000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2" roundtripDataSignature="AMtx7mi/1R+VGQj6rR1j+EvdKwKzU9yZv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F497D"/>
    <a:srgbClr val="3C90DC"/>
    <a:srgbClr val="49B0E3"/>
    <a:srgbClr val="25AEDF"/>
    <a:srgbClr val="023A84"/>
    <a:srgbClr val="0067B1"/>
    <a:srgbClr val="EA0029"/>
    <a:srgbClr val="001A72"/>
    <a:srgbClr val="00D09A"/>
    <a:srgbClr val="6D8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5CA1F69-63E4-4748-A82F-6462BE253F79}">
  <a:tblStyle styleId="{A5CA1F69-63E4-4748-A82F-6462BE253F79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2D3998F9-9C8F-48FB-A58E-ADEB5E960DB6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7453C36B-DBC5-4B84-8AB3-5A083790369A}" styleName="Table_2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942" autoAdjust="0"/>
    <p:restoredTop sz="96645" autoAdjust="0"/>
  </p:normalViewPr>
  <p:slideViewPr>
    <p:cSldViewPr snapToGrid="0">
      <p:cViewPr varScale="1">
        <p:scale>
          <a:sx n="171" d="100"/>
          <a:sy n="171" d="100"/>
        </p:scale>
        <p:origin x="138" y="354"/>
      </p:cViewPr>
      <p:guideLst>
        <p:guide orient="horz" pos="2160"/>
        <p:guide pos="295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21" Type="http://schemas.openxmlformats.org/officeDocument/2006/relationships/font" Target="fonts/font4.fntdata"/><Relationship Id="rId34" Type="http://schemas.openxmlformats.org/officeDocument/2006/relationships/font" Target="fonts/font17.fntdata"/><Relationship Id="rId55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font" Target="fonts/font3.fntdata"/><Relationship Id="rId29" Type="http://schemas.openxmlformats.org/officeDocument/2006/relationships/font" Target="fonts/font12.fntdata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7.fntdata"/><Relationship Id="rId32" Type="http://schemas.openxmlformats.org/officeDocument/2006/relationships/font" Target="fonts/font15.fntdata"/><Relationship Id="rId53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36" Type="http://schemas.openxmlformats.org/officeDocument/2006/relationships/font" Target="fonts/font19.fntdata"/><Relationship Id="rId10" Type="http://schemas.openxmlformats.org/officeDocument/2006/relationships/slide" Target="slides/slide8.xml"/><Relationship Id="rId19" Type="http://schemas.openxmlformats.org/officeDocument/2006/relationships/font" Target="fonts/font2.fntdata"/><Relationship Id="rId31" Type="http://schemas.openxmlformats.org/officeDocument/2006/relationships/font" Target="fonts/font14.fntdata"/><Relationship Id="rId52" Type="http://customschemas.google.com/relationships/presentationmetadata" Target="meta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font" Target="fonts/font13.fntdata"/><Relationship Id="rId35" Type="http://schemas.openxmlformats.org/officeDocument/2006/relationships/font" Target="fonts/font18.fntdata"/><Relationship Id="rId56" Type="http://schemas.openxmlformats.org/officeDocument/2006/relationships/tableStyles" Target="tableStyle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33" Type="http://schemas.openxmlformats.org/officeDocument/2006/relationships/font" Target="fonts/font1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038475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50" rIns="93150" bIns="4655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970337" y="0"/>
            <a:ext cx="3038475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50" rIns="93150" bIns="4655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717550" y="1162050"/>
            <a:ext cx="5575300" cy="3136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701675" y="4473575"/>
            <a:ext cx="5607050" cy="3660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50" rIns="93150" bIns="4655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829675"/>
            <a:ext cx="3038475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50" rIns="93150" bIns="4655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970337" y="8829675"/>
            <a:ext cx="3038475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50" rIns="93150" bIns="4655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t>‹#›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b5fc866f1e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0" name="Google Shape;140;gb5fc866f1e_0_45:notes"/>
          <p:cNvSpPr txBox="1">
            <a:spLocks noGrp="1"/>
          </p:cNvSpPr>
          <p:nvPr>
            <p:ph type="body" idx="1"/>
          </p:nvPr>
        </p:nvSpPr>
        <p:spPr>
          <a:xfrm>
            <a:off x="701675" y="4473575"/>
            <a:ext cx="5607000" cy="366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50" rIns="93150" bIns="465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1" name="Google Shape;141;gb5fc866f1e_0_45:notes"/>
          <p:cNvSpPr txBox="1">
            <a:spLocks noGrp="1"/>
          </p:cNvSpPr>
          <p:nvPr>
            <p:ph type="sldNum" idx="12"/>
          </p:nvPr>
        </p:nvSpPr>
        <p:spPr>
          <a:xfrm>
            <a:off x="3970337" y="8829675"/>
            <a:ext cx="3038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50" rIns="93150" bIns="4655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pPr marL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t>1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777631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b5fc866f1e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0" name="Google Shape;140;gb5fc866f1e_0_45:notes"/>
          <p:cNvSpPr txBox="1">
            <a:spLocks noGrp="1"/>
          </p:cNvSpPr>
          <p:nvPr>
            <p:ph type="body" idx="1"/>
          </p:nvPr>
        </p:nvSpPr>
        <p:spPr>
          <a:xfrm>
            <a:off x="701675" y="4473575"/>
            <a:ext cx="5607000" cy="366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50" rIns="93150" bIns="465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1" name="Google Shape;141;gb5fc866f1e_0_45:notes"/>
          <p:cNvSpPr txBox="1">
            <a:spLocks noGrp="1"/>
          </p:cNvSpPr>
          <p:nvPr>
            <p:ph type="sldNum" idx="12"/>
          </p:nvPr>
        </p:nvSpPr>
        <p:spPr>
          <a:xfrm>
            <a:off x="3970337" y="8829675"/>
            <a:ext cx="3038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50" rIns="93150" bIns="4655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pPr marL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t>2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032616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b5fc866f1e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0" name="Google Shape;140;gb5fc866f1e_0_45:notes"/>
          <p:cNvSpPr txBox="1">
            <a:spLocks noGrp="1"/>
          </p:cNvSpPr>
          <p:nvPr>
            <p:ph type="body" idx="1"/>
          </p:nvPr>
        </p:nvSpPr>
        <p:spPr>
          <a:xfrm>
            <a:off x="701675" y="4473575"/>
            <a:ext cx="5607000" cy="366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50" rIns="93150" bIns="465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1" name="Google Shape;141;gb5fc866f1e_0_45:notes"/>
          <p:cNvSpPr txBox="1">
            <a:spLocks noGrp="1"/>
          </p:cNvSpPr>
          <p:nvPr>
            <p:ph type="sldNum" idx="12"/>
          </p:nvPr>
        </p:nvSpPr>
        <p:spPr>
          <a:xfrm>
            <a:off x="3970337" y="8829675"/>
            <a:ext cx="3038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50" rIns="93150" bIns="4655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pPr marL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t>3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407576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4_Title Slide">
  <p:cSld name="24_Title Slid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8"/>
          <p:cNvSpPr txBox="1">
            <a:spLocks noGrp="1"/>
          </p:cNvSpPr>
          <p:nvPr>
            <p:ph type="body" idx="1"/>
          </p:nvPr>
        </p:nvSpPr>
        <p:spPr>
          <a:xfrm>
            <a:off x="508001" y="1178427"/>
            <a:ext cx="11157817" cy="2310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BFBFBF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2" name="Google Shape;12;p8"/>
          <p:cNvSpPr txBox="1">
            <a:spLocks noGrp="1"/>
          </p:cNvSpPr>
          <p:nvPr>
            <p:ph type="title"/>
          </p:nvPr>
        </p:nvSpPr>
        <p:spPr>
          <a:xfrm>
            <a:off x="508001" y="455085"/>
            <a:ext cx="11157817" cy="660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4267"/>
              <a:buFont typeface="Roboto"/>
              <a:buNone/>
              <a:defRPr sz="4267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5_Title Slide">
  <p:cSld name="25_Title Slid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9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2F2">
              <a:alpha val="68627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1_Blank">
  <p:cSld name="21_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4"/>
          <p:cNvSpPr>
            <a:spLocks noGrp="1"/>
          </p:cNvSpPr>
          <p:nvPr>
            <p:ph type="pic" idx="2"/>
          </p:nvPr>
        </p:nvSpPr>
        <p:spPr>
          <a:xfrm>
            <a:off x="8752114" y="0"/>
            <a:ext cx="3439886" cy="6858000"/>
          </a:xfrm>
          <a:prstGeom prst="rect">
            <a:avLst/>
          </a:prstGeom>
          <a:solidFill>
            <a:srgbClr val="F2F2F2">
              <a:alpha val="68627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Char char="•"/>
              <a:defRPr sz="105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_Title Slide">
  <p:cSld name="9_Title Slid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5"/>
          <p:cNvSpPr>
            <a:spLocks noGrp="1"/>
          </p:cNvSpPr>
          <p:nvPr>
            <p:ph type="pic" idx="2"/>
          </p:nvPr>
        </p:nvSpPr>
        <p:spPr>
          <a:xfrm>
            <a:off x="588169" y="580345"/>
            <a:ext cx="11015662" cy="3397250"/>
          </a:xfrm>
          <a:prstGeom prst="rect">
            <a:avLst/>
          </a:prstGeom>
          <a:solidFill>
            <a:srgbClr val="F2F2F2">
              <a:alpha val="68627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Char char="•"/>
              <a:defRPr sz="105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8_Title Slide">
  <p:cSld name="8_Title Slide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6"/>
          <p:cNvSpPr>
            <a:spLocks noGrp="1"/>
          </p:cNvSpPr>
          <p:nvPr>
            <p:ph type="pic" idx="2"/>
          </p:nvPr>
        </p:nvSpPr>
        <p:spPr>
          <a:xfrm>
            <a:off x="7489371" y="0"/>
            <a:ext cx="4702629" cy="6858000"/>
          </a:xfrm>
          <a:prstGeom prst="rect">
            <a:avLst/>
          </a:prstGeom>
          <a:solidFill>
            <a:srgbClr val="F2F2F2">
              <a:alpha val="68627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_Title Slide">
  <p:cSld name="7_Title Slid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7"/>
          <p:cNvSpPr>
            <a:spLocks noGrp="1"/>
          </p:cNvSpPr>
          <p:nvPr>
            <p:ph type="pic" idx="2"/>
          </p:nvPr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rgbClr val="F2F2F2">
              <a:alpha val="68627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Title Slide">
  <p:cSld name="6_Title Slide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8"/>
          <p:cNvSpPr>
            <a:spLocks noGrp="1"/>
          </p:cNvSpPr>
          <p:nvPr>
            <p:ph type="pic" idx="2"/>
          </p:nvPr>
        </p:nvSpPr>
        <p:spPr>
          <a:xfrm>
            <a:off x="7329487" y="0"/>
            <a:ext cx="4862513" cy="6858000"/>
          </a:xfrm>
          <a:prstGeom prst="rect">
            <a:avLst/>
          </a:prstGeom>
          <a:solidFill>
            <a:srgbClr val="F2F2F2">
              <a:alpha val="68627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Title Slide">
  <p:cSld name="5_Title Slide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9"/>
          <p:cNvSpPr>
            <a:spLocks noGrp="1"/>
          </p:cNvSpPr>
          <p:nvPr>
            <p:ph type="pic" idx="2"/>
          </p:nvPr>
        </p:nvSpPr>
        <p:spPr>
          <a:xfrm>
            <a:off x="6609761" y="1303502"/>
            <a:ext cx="4621907" cy="4250996"/>
          </a:xfrm>
          <a:prstGeom prst="rect">
            <a:avLst/>
          </a:prstGeom>
          <a:solidFill>
            <a:srgbClr val="F2F2F2">
              <a:alpha val="68627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Title Slide">
  <p:cSld name="3_Title Slide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0"/>
          <p:cNvSpPr>
            <a:spLocks noGrp="1"/>
          </p:cNvSpPr>
          <p:nvPr>
            <p:ph type="pic" idx="2"/>
          </p:nvPr>
        </p:nvSpPr>
        <p:spPr>
          <a:xfrm>
            <a:off x="1320800" y="812800"/>
            <a:ext cx="3759200" cy="5232400"/>
          </a:xfrm>
          <a:prstGeom prst="rect">
            <a:avLst/>
          </a:prstGeom>
          <a:solidFill>
            <a:srgbClr val="F2F2F2">
              <a:alpha val="68627"/>
            </a:srgbClr>
          </a:solidFill>
          <a:ln>
            <a:noFill/>
          </a:ln>
          <a:effectLst>
            <a:outerShdw blurRad="469900" dist="279400" sx="96000" sy="96000" algn="l" rotWithShape="0">
              <a:srgbClr val="000000">
                <a:alpha val="26666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Char char="•"/>
              <a:defRPr sz="105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Slide">
  <p:cSld name="2_Title Slide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1"/>
          <p:cNvSpPr>
            <a:spLocks noGrp="1"/>
          </p:cNvSpPr>
          <p:nvPr>
            <p:ph type="pic" idx="2"/>
          </p:nvPr>
        </p:nvSpPr>
        <p:spPr>
          <a:xfrm>
            <a:off x="0" y="0"/>
            <a:ext cx="6052457" cy="6858000"/>
          </a:xfrm>
          <a:prstGeom prst="rect">
            <a:avLst/>
          </a:prstGeom>
          <a:solidFill>
            <a:srgbClr val="F2F2F2">
              <a:alpha val="68627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2"/>
          <p:cNvSpPr txBox="1">
            <a:spLocks noGrp="1"/>
          </p:cNvSpPr>
          <p:nvPr>
            <p:ph type="body" idx="1"/>
          </p:nvPr>
        </p:nvSpPr>
        <p:spPr>
          <a:xfrm>
            <a:off x="508001" y="1178427"/>
            <a:ext cx="11157817" cy="2310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BFBFBF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33" name="Google Shape;33;p22"/>
          <p:cNvSpPr txBox="1">
            <a:spLocks noGrp="1"/>
          </p:cNvSpPr>
          <p:nvPr>
            <p:ph type="title"/>
          </p:nvPr>
        </p:nvSpPr>
        <p:spPr>
          <a:xfrm>
            <a:off x="508001" y="455085"/>
            <a:ext cx="11157817" cy="660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4267"/>
              <a:buFont typeface="Roboto"/>
              <a:buNone/>
              <a:defRPr sz="4267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4" name="Google Shape;34;p22"/>
          <p:cNvSpPr>
            <a:spLocks noGrp="1"/>
          </p:cNvSpPr>
          <p:nvPr>
            <p:ph type="pic" idx="2"/>
          </p:nvPr>
        </p:nvSpPr>
        <p:spPr>
          <a:xfrm>
            <a:off x="0" y="2237232"/>
            <a:ext cx="12192000" cy="2694432"/>
          </a:xfrm>
          <a:prstGeom prst="rect">
            <a:avLst/>
          </a:prstGeom>
          <a:solidFill>
            <a:srgbClr val="F2F2F2">
              <a:alpha val="68627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5_Blank">
  <p:cSld name="55_Blank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3"/>
          <p:cNvSpPr>
            <a:spLocks noGrp="1"/>
          </p:cNvSpPr>
          <p:nvPr>
            <p:ph type="pic" idx="2"/>
          </p:nvPr>
        </p:nvSpPr>
        <p:spPr>
          <a:xfrm>
            <a:off x="8572500" y="0"/>
            <a:ext cx="3619500" cy="6858000"/>
          </a:xfrm>
          <a:prstGeom prst="rect">
            <a:avLst/>
          </a:prstGeom>
          <a:solidFill>
            <a:srgbClr val="F2F2F2">
              <a:alpha val="68627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Char char="•"/>
              <a:defRPr sz="105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7_Full Image">
  <p:cSld name="17_Full Image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4"/>
          <p:cNvSpPr>
            <a:spLocks noGrp="1"/>
          </p:cNvSpPr>
          <p:nvPr>
            <p:ph type="pic" idx="2"/>
          </p:nvPr>
        </p:nvSpPr>
        <p:spPr>
          <a:xfrm>
            <a:off x="-1" y="0"/>
            <a:ext cx="8245958" cy="6858000"/>
          </a:xfrm>
          <a:prstGeom prst="rect">
            <a:avLst/>
          </a:prstGeom>
          <a:solidFill>
            <a:srgbClr val="F2F2F2">
              <a:alpha val="68627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Char char="•"/>
              <a:defRPr sz="105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4_Blank">
  <p:cSld name="54_Blank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5"/>
          <p:cNvSpPr>
            <a:spLocks noGrp="1"/>
          </p:cNvSpPr>
          <p:nvPr>
            <p:ph type="pic" idx="2"/>
          </p:nvPr>
        </p:nvSpPr>
        <p:spPr>
          <a:xfrm>
            <a:off x="914400" y="938717"/>
            <a:ext cx="3696512" cy="4978400"/>
          </a:xfrm>
          <a:prstGeom prst="rect">
            <a:avLst/>
          </a:prstGeom>
          <a:solidFill>
            <a:srgbClr val="F2F2F2">
              <a:alpha val="68627"/>
            </a:srgbClr>
          </a:solidFill>
          <a:ln>
            <a:noFill/>
          </a:ln>
          <a:effectLst>
            <a:outerShdw blurRad="457200" dist="558800" dir="5400000" sx="92000" sy="92000" algn="t" rotWithShape="0">
              <a:srgbClr val="000000">
                <a:alpha val="30588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3_Blank">
  <p:cSld name="53_Blank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6"/>
          <p:cNvSpPr>
            <a:spLocks noGrp="1"/>
          </p:cNvSpPr>
          <p:nvPr>
            <p:ph type="pic" idx="2"/>
          </p:nvPr>
        </p:nvSpPr>
        <p:spPr>
          <a:xfrm>
            <a:off x="1468533" y="1821937"/>
            <a:ext cx="914400" cy="914400"/>
          </a:xfrm>
          <a:prstGeom prst="rect">
            <a:avLst/>
          </a:prstGeom>
          <a:solidFill>
            <a:srgbClr val="F2F2F2">
              <a:alpha val="68627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3"/>
              <a:buFont typeface="Arial"/>
              <a:buChar char="•"/>
              <a:defRPr sz="133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43" name="Google Shape;43;p26"/>
          <p:cNvSpPr>
            <a:spLocks noGrp="1"/>
          </p:cNvSpPr>
          <p:nvPr>
            <p:ph type="pic" idx="3"/>
          </p:nvPr>
        </p:nvSpPr>
        <p:spPr>
          <a:xfrm>
            <a:off x="1468533" y="3778135"/>
            <a:ext cx="914400" cy="914400"/>
          </a:xfrm>
          <a:prstGeom prst="rect">
            <a:avLst/>
          </a:prstGeom>
          <a:solidFill>
            <a:srgbClr val="F2F2F2">
              <a:alpha val="68627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3"/>
              <a:buFont typeface="Arial"/>
              <a:buChar char="•"/>
              <a:defRPr sz="133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44" name="Google Shape;44;p26"/>
          <p:cNvSpPr>
            <a:spLocks noGrp="1"/>
          </p:cNvSpPr>
          <p:nvPr>
            <p:ph type="pic" idx="4"/>
          </p:nvPr>
        </p:nvSpPr>
        <p:spPr>
          <a:xfrm>
            <a:off x="9809067" y="2758563"/>
            <a:ext cx="914400" cy="914400"/>
          </a:xfrm>
          <a:prstGeom prst="rect">
            <a:avLst/>
          </a:prstGeom>
          <a:solidFill>
            <a:srgbClr val="F2F2F2">
              <a:alpha val="68627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3"/>
              <a:buFont typeface="Arial"/>
              <a:buChar char="•"/>
              <a:defRPr sz="133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45" name="Google Shape;45;p26"/>
          <p:cNvSpPr>
            <a:spLocks noGrp="1"/>
          </p:cNvSpPr>
          <p:nvPr>
            <p:ph type="pic" idx="5"/>
          </p:nvPr>
        </p:nvSpPr>
        <p:spPr>
          <a:xfrm>
            <a:off x="9809067" y="4664472"/>
            <a:ext cx="914400" cy="914400"/>
          </a:xfrm>
          <a:prstGeom prst="rect">
            <a:avLst/>
          </a:prstGeom>
          <a:solidFill>
            <a:srgbClr val="F2F2F2">
              <a:alpha val="68627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3"/>
              <a:buFont typeface="Arial"/>
              <a:buChar char="•"/>
              <a:defRPr sz="133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46" name="Google Shape;46;p26"/>
          <p:cNvSpPr txBox="1">
            <a:spLocks noGrp="1"/>
          </p:cNvSpPr>
          <p:nvPr>
            <p:ph type="body" idx="1"/>
          </p:nvPr>
        </p:nvSpPr>
        <p:spPr>
          <a:xfrm>
            <a:off x="508001" y="1178427"/>
            <a:ext cx="11157817" cy="2310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7F7F7F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47" name="Google Shape;47;p26"/>
          <p:cNvSpPr txBox="1">
            <a:spLocks noGrp="1"/>
          </p:cNvSpPr>
          <p:nvPr>
            <p:ph type="title"/>
          </p:nvPr>
        </p:nvSpPr>
        <p:spPr>
          <a:xfrm>
            <a:off x="508001" y="455085"/>
            <a:ext cx="11157817" cy="660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4267"/>
              <a:buFont typeface="Roboto"/>
              <a:buNone/>
              <a:defRPr sz="4267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2_Blank">
  <p:cSld name="52_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7"/>
          <p:cNvSpPr>
            <a:spLocks noGrp="1"/>
          </p:cNvSpPr>
          <p:nvPr>
            <p:ph type="pic" idx="2"/>
          </p:nvPr>
        </p:nvSpPr>
        <p:spPr>
          <a:xfrm>
            <a:off x="0" y="2603500"/>
            <a:ext cx="12192000" cy="3822700"/>
          </a:xfrm>
          <a:prstGeom prst="rect">
            <a:avLst/>
          </a:prstGeom>
          <a:solidFill>
            <a:srgbClr val="F2F2F2">
              <a:alpha val="68627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1_Blank">
  <p:cSld name="51_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8"/>
          <p:cNvSpPr>
            <a:spLocks noGrp="1"/>
          </p:cNvSpPr>
          <p:nvPr>
            <p:ph type="pic" idx="2"/>
          </p:nvPr>
        </p:nvSpPr>
        <p:spPr>
          <a:xfrm>
            <a:off x="6426557" y="2833353"/>
            <a:ext cx="4945487" cy="3464416"/>
          </a:xfrm>
          <a:prstGeom prst="rect">
            <a:avLst/>
          </a:prstGeom>
          <a:solidFill>
            <a:srgbClr val="F2F2F2">
              <a:alpha val="68627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Char char="•"/>
              <a:defRPr sz="105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0_Blank">
  <p:cSld name="50_Blank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9"/>
          <p:cNvSpPr>
            <a:spLocks noGrp="1"/>
          </p:cNvSpPr>
          <p:nvPr>
            <p:ph type="pic" idx="2"/>
          </p:nvPr>
        </p:nvSpPr>
        <p:spPr>
          <a:xfrm>
            <a:off x="0" y="0"/>
            <a:ext cx="8288338" cy="6858000"/>
          </a:xfrm>
          <a:prstGeom prst="rect">
            <a:avLst/>
          </a:prstGeom>
          <a:solidFill>
            <a:srgbClr val="F2F2F2">
              <a:alpha val="68627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0_Title Slide">
  <p:cSld name="10_Title Slide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0"/>
          <p:cNvSpPr>
            <a:spLocks noGrp="1"/>
          </p:cNvSpPr>
          <p:nvPr>
            <p:ph type="pic" idx="2"/>
          </p:nvPr>
        </p:nvSpPr>
        <p:spPr>
          <a:xfrm>
            <a:off x="5026542" y="889000"/>
            <a:ext cx="7025758" cy="5465768"/>
          </a:xfrm>
          <a:prstGeom prst="rect">
            <a:avLst/>
          </a:prstGeom>
          <a:solidFill>
            <a:srgbClr val="E1E9EA">
              <a:alpha val="68627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0_Title Slide">
  <p:cSld name="30_Title Slide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31"/>
          <p:cNvSpPr>
            <a:spLocks noGrp="1"/>
          </p:cNvSpPr>
          <p:nvPr>
            <p:ph type="pic" idx="2"/>
          </p:nvPr>
        </p:nvSpPr>
        <p:spPr>
          <a:xfrm>
            <a:off x="0" y="781844"/>
            <a:ext cx="12192000" cy="5294312"/>
          </a:xfrm>
          <a:prstGeom prst="rect">
            <a:avLst/>
          </a:prstGeom>
          <a:solidFill>
            <a:srgbClr val="F2F2F2">
              <a:alpha val="68627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2_Title Slide">
  <p:cSld name="32_Title Slide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2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2F2">
              <a:alpha val="68627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Char char="•"/>
              <a:defRPr sz="105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6_Title Slide">
  <p:cSld name="26_Title Slide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3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2F2">
              <a:alpha val="68627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Char char="•"/>
              <a:defRPr sz="105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62" name="Google Shape;62;p33"/>
          <p:cNvSpPr txBox="1">
            <a:spLocks noGrp="1"/>
          </p:cNvSpPr>
          <p:nvPr>
            <p:ph type="body" idx="1"/>
          </p:nvPr>
        </p:nvSpPr>
        <p:spPr>
          <a:xfrm>
            <a:off x="508001" y="1178427"/>
            <a:ext cx="11157817" cy="2310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63" name="Google Shape;63;p33"/>
          <p:cNvSpPr txBox="1">
            <a:spLocks noGrp="1"/>
          </p:cNvSpPr>
          <p:nvPr>
            <p:ph type="title"/>
          </p:nvPr>
        </p:nvSpPr>
        <p:spPr>
          <a:xfrm>
            <a:off x="508001" y="455085"/>
            <a:ext cx="11157817" cy="660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67"/>
              <a:buFont typeface="Roboto"/>
              <a:buNone/>
              <a:defRPr sz="4267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1_Blank">
  <p:cSld name="21_Blank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4"/>
          <p:cNvSpPr>
            <a:spLocks noGrp="1"/>
          </p:cNvSpPr>
          <p:nvPr>
            <p:ph type="pic" idx="2"/>
          </p:nvPr>
        </p:nvSpPr>
        <p:spPr>
          <a:xfrm>
            <a:off x="8752114" y="0"/>
            <a:ext cx="3439886" cy="6858000"/>
          </a:xfrm>
          <a:prstGeom prst="rect">
            <a:avLst/>
          </a:prstGeom>
          <a:solidFill>
            <a:srgbClr val="F2F2F2">
              <a:alpha val="68627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Char char="•"/>
              <a:defRPr sz="105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8_Title Slide">
  <p:cSld name="8_Title Slide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36"/>
          <p:cNvSpPr>
            <a:spLocks noGrp="1"/>
          </p:cNvSpPr>
          <p:nvPr>
            <p:ph type="pic" idx="2"/>
          </p:nvPr>
        </p:nvSpPr>
        <p:spPr>
          <a:xfrm>
            <a:off x="7489371" y="0"/>
            <a:ext cx="4702629" cy="6858000"/>
          </a:xfrm>
          <a:prstGeom prst="rect">
            <a:avLst/>
          </a:prstGeom>
          <a:solidFill>
            <a:srgbClr val="F2F2F2">
              <a:alpha val="68627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_Title Slide">
  <p:cSld name="7_Title Slide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7"/>
          <p:cNvSpPr>
            <a:spLocks noGrp="1"/>
          </p:cNvSpPr>
          <p:nvPr>
            <p:ph type="pic" idx="2"/>
          </p:nvPr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rgbClr val="F2F2F2">
              <a:alpha val="68627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Title Slide">
  <p:cSld name="6_Title Slide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38"/>
          <p:cNvSpPr>
            <a:spLocks noGrp="1"/>
          </p:cNvSpPr>
          <p:nvPr>
            <p:ph type="pic" idx="2"/>
          </p:nvPr>
        </p:nvSpPr>
        <p:spPr>
          <a:xfrm>
            <a:off x="7329487" y="0"/>
            <a:ext cx="4862513" cy="6858000"/>
          </a:xfrm>
          <a:prstGeom prst="rect">
            <a:avLst/>
          </a:prstGeom>
          <a:solidFill>
            <a:srgbClr val="F2F2F2">
              <a:alpha val="68627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Title Slide">
  <p:cSld name="5_Title Slide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39"/>
          <p:cNvSpPr>
            <a:spLocks noGrp="1"/>
          </p:cNvSpPr>
          <p:nvPr>
            <p:ph type="pic" idx="2"/>
          </p:nvPr>
        </p:nvSpPr>
        <p:spPr>
          <a:xfrm>
            <a:off x="6609761" y="1303502"/>
            <a:ext cx="4621907" cy="4250996"/>
          </a:xfrm>
          <a:prstGeom prst="rect">
            <a:avLst/>
          </a:prstGeom>
          <a:solidFill>
            <a:srgbClr val="F2F2F2">
              <a:alpha val="68627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Title Slide">
  <p:cSld name="3_Title Slide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40"/>
          <p:cNvSpPr>
            <a:spLocks noGrp="1"/>
          </p:cNvSpPr>
          <p:nvPr>
            <p:ph type="pic" idx="2"/>
          </p:nvPr>
        </p:nvSpPr>
        <p:spPr>
          <a:xfrm>
            <a:off x="1320800" y="812800"/>
            <a:ext cx="3759200" cy="5232400"/>
          </a:xfrm>
          <a:prstGeom prst="rect">
            <a:avLst/>
          </a:prstGeom>
          <a:solidFill>
            <a:srgbClr val="F2F2F2">
              <a:alpha val="68627"/>
            </a:srgbClr>
          </a:solidFill>
          <a:ln>
            <a:noFill/>
          </a:ln>
          <a:effectLst>
            <a:outerShdw blurRad="469900" dist="279400" sx="96000" sy="96000" algn="l" rotWithShape="0">
              <a:srgbClr val="000000">
                <a:alpha val="26666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Char char="•"/>
              <a:defRPr sz="105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Slide">
  <p:cSld name="2_Title Slide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41"/>
          <p:cNvSpPr>
            <a:spLocks noGrp="1"/>
          </p:cNvSpPr>
          <p:nvPr>
            <p:ph type="pic" idx="2"/>
          </p:nvPr>
        </p:nvSpPr>
        <p:spPr>
          <a:xfrm>
            <a:off x="0" y="0"/>
            <a:ext cx="6052457" cy="6858000"/>
          </a:xfrm>
          <a:prstGeom prst="rect">
            <a:avLst/>
          </a:prstGeom>
          <a:solidFill>
            <a:srgbClr val="F2F2F2">
              <a:alpha val="68627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42"/>
          <p:cNvSpPr txBox="1">
            <a:spLocks noGrp="1"/>
          </p:cNvSpPr>
          <p:nvPr>
            <p:ph type="body" idx="1"/>
          </p:nvPr>
        </p:nvSpPr>
        <p:spPr>
          <a:xfrm>
            <a:off x="508001" y="1178427"/>
            <a:ext cx="11157817" cy="2310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BFBFBF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9" name="Google Shape;89;p42"/>
          <p:cNvSpPr txBox="1">
            <a:spLocks noGrp="1"/>
          </p:cNvSpPr>
          <p:nvPr>
            <p:ph type="title"/>
          </p:nvPr>
        </p:nvSpPr>
        <p:spPr>
          <a:xfrm>
            <a:off x="508001" y="455085"/>
            <a:ext cx="11157817" cy="660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4267"/>
              <a:buFont typeface="Roboto"/>
              <a:buNone/>
              <a:defRPr sz="4267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0" name="Google Shape;90;p42"/>
          <p:cNvSpPr>
            <a:spLocks noGrp="1"/>
          </p:cNvSpPr>
          <p:nvPr>
            <p:ph type="pic" idx="2"/>
          </p:nvPr>
        </p:nvSpPr>
        <p:spPr>
          <a:xfrm>
            <a:off x="0" y="2237232"/>
            <a:ext cx="12192000" cy="2694432"/>
          </a:xfrm>
          <a:prstGeom prst="rect">
            <a:avLst/>
          </a:prstGeom>
          <a:solidFill>
            <a:srgbClr val="F2F2F2">
              <a:alpha val="68627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5_Blank">
  <p:cSld name="55_Blank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43"/>
          <p:cNvSpPr>
            <a:spLocks noGrp="1"/>
          </p:cNvSpPr>
          <p:nvPr>
            <p:ph type="pic" idx="2"/>
          </p:nvPr>
        </p:nvSpPr>
        <p:spPr>
          <a:xfrm>
            <a:off x="8572500" y="0"/>
            <a:ext cx="3619500" cy="6858000"/>
          </a:xfrm>
          <a:prstGeom prst="rect">
            <a:avLst/>
          </a:prstGeom>
          <a:solidFill>
            <a:srgbClr val="F2F2F2">
              <a:alpha val="68627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Char char="•"/>
              <a:defRPr sz="105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7_Full Image">
  <p:cSld name="17_Full Image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44"/>
          <p:cNvSpPr>
            <a:spLocks noGrp="1"/>
          </p:cNvSpPr>
          <p:nvPr>
            <p:ph type="pic" idx="2"/>
          </p:nvPr>
        </p:nvSpPr>
        <p:spPr>
          <a:xfrm>
            <a:off x="-1" y="0"/>
            <a:ext cx="8245958" cy="6858000"/>
          </a:xfrm>
          <a:prstGeom prst="rect">
            <a:avLst/>
          </a:prstGeom>
          <a:solidFill>
            <a:srgbClr val="F2F2F2">
              <a:alpha val="68627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Char char="•"/>
              <a:defRPr sz="105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4_Blank">
  <p:cSld name="54_Blank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45"/>
          <p:cNvSpPr>
            <a:spLocks noGrp="1"/>
          </p:cNvSpPr>
          <p:nvPr>
            <p:ph type="pic" idx="2"/>
          </p:nvPr>
        </p:nvSpPr>
        <p:spPr>
          <a:xfrm>
            <a:off x="914400" y="938717"/>
            <a:ext cx="3696512" cy="4978400"/>
          </a:xfrm>
          <a:prstGeom prst="rect">
            <a:avLst/>
          </a:prstGeom>
          <a:solidFill>
            <a:srgbClr val="F2F2F2">
              <a:alpha val="68627"/>
            </a:srgbClr>
          </a:solidFill>
          <a:ln>
            <a:noFill/>
          </a:ln>
          <a:effectLst>
            <a:outerShdw blurRad="457200" dist="558800" dir="5400000" sx="92000" sy="92000" algn="t" rotWithShape="0">
              <a:srgbClr val="000000">
                <a:alpha val="30588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3_Blank">
  <p:cSld name="53_Blank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6"/>
          <p:cNvSpPr>
            <a:spLocks noGrp="1"/>
          </p:cNvSpPr>
          <p:nvPr>
            <p:ph type="pic" idx="2"/>
          </p:nvPr>
        </p:nvSpPr>
        <p:spPr>
          <a:xfrm>
            <a:off x="1468533" y="1821937"/>
            <a:ext cx="914400" cy="914400"/>
          </a:xfrm>
          <a:prstGeom prst="rect">
            <a:avLst/>
          </a:prstGeom>
          <a:solidFill>
            <a:srgbClr val="F2F2F2">
              <a:alpha val="68627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3"/>
              <a:buFont typeface="Arial"/>
              <a:buChar char="•"/>
              <a:defRPr sz="133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99" name="Google Shape;99;p46"/>
          <p:cNvSpPr>
            <a:spLocks noGrp="1"/>
          </p:cNvSpPr>
          <p:nvPr>
            <p:ph type="pic" idx="3"/>
          </p:nvPr>
        </p:nvSpPr>
        <p:spPr>
          <a:xfrm>
            <a:off x="1468533" y="3778135"/>
            <a:ext cx="914400" cy="914400"/>
          </a:xfrm>
          <a:prstGeom prst="rect">
            <a:avLst/>
          </a:prstGeom>
          <a:solidFill>
            <a:srgbClr val="F2F2F2">
              <a:alpha val="68627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3"/>
              <a:buFont typeface="Arial"/>
              <a:buChar char="•"/>
              <a:defRPr sz="133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00" name="Google Shape;100;p46"/>
          <p:cNvSpPr>
            <a:spLocks noGrp="1"/>
          </p:cNvSpPr>
          <p:nvPr>
            <p:ph type="pic" idx="4"/>
          </p:nvPr>
        </p:nvSpPr>
        <p:spPr>
          <a:xfrm>
            <a:off x="9809067" y="2758563"/>
            <a:ext cx="914400" cy="914400"/>
          </a:xfrm>
          <a:prstGeom prst="rect">
            <a:avLst/>
          </a:prstGeom>
          <a:solidFill>
            <a:srgbClr val="F2F2F2">
              <a:alpha val="68627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3"/>
              <a:buFont typeface="Arial"/>
              <a:buChar char="•"/>
              <a:defRPr sz="133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01" name="Google Shape;101;p46"/>
          <p:cNvSpPr>
            <a:spLocks noGrp="1"/>
          </p:cNvSpPr>
          <p:nvPr>
            <p:ph type="pic" idx="5"/>
          </p:nvPr>
        </p:nvSpPr>
        <p:spPr>
          <a:xfrm>
            <a:off x="9809067" y="4664472"/>
            <a:ext cx="914400" cy="914400"/>
          </a:xfrm>
          <a:prstGeom prst="rect">
            <a:avLst/>
          </a:prstGeom>
          <a:solidFill>
            <a:srgbClr val="F2F2F2">
              <a:alpha val="68627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3"/>
              <a:buFont typeface="Arial"/>
              <a:buChar char="•"/>
              <a:defRPr sz="133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02" name="Google Shape;102;p46"/>
          <p:cNvSpPr txBox="1">
            <a:spLocks noGrp="1"/>
          </p:cNvSpPr>
          <p:nvPr>
            <p:ph type="body" idx="1"/>
          </p:nvPr>
        </p:nvSpPr>
        <p:spPr>
          <a:xfrm>
            <a:off x="508001" y="1178427"/>
            <a:ext cx="11157817" cy="2310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7F7F7F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03" name="Google Shape;103;p46"/>
          <p:cNvSpPr txBox="1">
            <a:spLocks noGrp="1"/>
          </p:cNvSpPr>
          <p:nvPr>
            <p:ph type="title"/>
          </p:nvPr>
        </p:nvSpPr>
        <p:spPr>
          <a:xfrm>
            <a:off x="508001" y="455085"/>
            <a:ext cx="11157817" cy="660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4267"/>
              <a:buFont typeface="Roboto"/>
              <a:buNone/>
              <a:defRPr sz="4267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2_Blank">
  <p:cSld name="52_Blank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7"/>
          <p:cNvSpPr>
            <a:spLocks noGrp="1"/>
          </p:cNvSpPr>
          <p:nvPr>
            <p:ph type="pic" idx="2"/>
          </p:nvPr>
        </p:nvSpPr>
        <p:spPr>
          <a:xfrm>
            <a:off x="0" y="2603500"/>
            <a:ext cx="12192000" cy="3822700"/>
          </a:xfrm>
          <a:prstGeom prst="rect">
            <a:avLst/>
          </a:prstGeom>
          <a:solidFill>
            <a:srgbClr val="F2F2F2">
              <a:alpha val="68627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1_Blank">
  <p:cSld name="51_Blank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8"/>
          <p:cNvSpPr>
            <a:spLocks noGrp="1"/>
          </p:cNvSpPr>
          <p:nvPr>
            <p:ph type="pic" idx="2"/>
          </p:nvPr>
        </p:nvSpPr>
        <p:spPr>
          <a:xfrm>
            <a:off x="6426557" y="2833353"/>
            <a:ext cx="4945487" cy="3464416"/>
          </a:xfrm>
          <a:prstGeom prst="rect">
            <a:avLst/>
          </a:prstGeom>
          <a:solidFill>
            <a:srgbClr val="F2F2F2">
              <a:alpha val="68627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Char char="•"/>
              <a:defRPr sz="105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0_Blank">
  <p:cSld name="50_Blank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9"/>
          <p:cNvSpPr>
            <a:spLocks noGrp="1"/>
          </p:cNvSpPr>
          <p:nvPr>
            <p:ph type="pic" idx="2"/>
          </p:nvPr>
        </p:nvSpPr>
        <p:spPr>
          <a:xfrm>
            <a:off x="0" y="0"/>
            <a:ext cx="8288338" cy="6858000"/>
          </a:xfrm>
          <a:prstGeom prst="rect">
            <a:avLst/>
          </a:prstGeom>
          <a:solidFill>
            <a:srgbClr val="F2F2F2">
              <a:alpha val="68627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0_Title Slide">
  <p:cSld name="10_Title Slide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0"/>
          <p:cNvSpPr>
            <a:spLocks noGrp="1"/>
          </p:cNvSpPr>
          <p:nvPr>
            <p:ph type="pic" idx="2"/>
          </p:nvPr>
        </p:nvSpPr>
        <p:spPr>
          <a:xfrm>
            <a:off x="5026542" y="889000"/>
            <a:ext cx="7025758" cy="5465768"/>
          </a:xfrm>
          <a:prstGeom prst="rect">
            <a:avLst/>
          </a:prstGeom>
          <a:solidFill>
            <a:srgbClr val="E1E9EA">
              <a:alpha val="68627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0_Title Slide">
  <p:cSld name="30_Title Slide"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1"/>
          <p:cNvSpPr>
            <a:spLocks noGrp="1"/>
          </p:cNvSpPr>
          <p:nvPr>
            <p:ph type="pic" idx="2"/>
          </p:nvPr>
        </p:nvSpPr>
        <p:spPr>
          <a:xfrm>
            <a:off x="0" y="781844"/>
            <a:ext cx="12192000" cy="5294312"/>
          </a:xfrm>
          <a:prstGeom prst="rect">
            <a:avLst/>
          </a:prstGeom>
          <a:solidFill>
            <a:srgbClr val="F2F2F2">
              <a:alpha val="68627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2_Title Slide">
  <p:cSld name="32_Title Slide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2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2F2">
              <a:alpha val="68627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Char char="•"/>
              <a:defRPr sz="105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6_Title Slide">
  <p:cSld name="26_Title Slide"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3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2F2">
              <a:alpha val="68627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Char char="•"/>
              <a:defRPr sz="105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18" name="Google Shape;118;p53"/>
          <p:cNvSpPr txBox="1">
            <a:spLocks noGrp="1"/>
          </p:cNvSpPr>
          <p:nvPr>
            <p:ph type="body" idx="1"/>
          </p:nvPr>
        </p:nvSpPr>
        <p:spPr>
          <a:xfrm>
            <a:off x="508001" y="1178427"/>
            <a:ext cx="11157817" cy="2310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19" name="Google Shape;119;p53"/>
          <p:cNvSpPr txBox="1">
            <a:spLocks noGrp="1"/>
          </p:cNvSpPr>
          <p:nvPr>
            <p:ph type="title"/>
          </p:nvPr>
        </p:nvSpPr>
        <p:spPr>
          <a:xfrm>
            <a:off x="508001" y="455085"/>
            <a:ext cx="11157817" cy="660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67"/>
              <a:buFont typeface="Roboto"/>
              <a:buNone/>
              <a:defRPr sz="4267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4_Title Slide">
  <p:cSld name="24_Title Slide"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4"/>
          <p:cNvSpPr txBox="1">
            <a:spLocks noGrp="1"/>
          </p:cNvSpPr>
          <p:nvPr>
            <p:ph type="body" idx="1"/>
          </p:nvPr>
        </p:nvSpPr>
        <p:spPr>
          <a:xfrm>
            <a:off x="508001" y="1178427"/>
            <a:ext cx="11157817" cy="2310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BFBFBF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22" name="Google Shape;122;p54"/>
          <p:cNvSpPr txBox="1">
            <a:spLocks noGrp="1"/>
          </p:cNvSpPr>
          <p:nvPr>
            <p:ph type="title"/>
          </p:nvPr>
        </p:nvSpPr>
        <p:spPr>
          <a:xfrm>
            <a:off x="508001" y="455085"/>
            <a:ext cx="11157817" cy="660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4267"/>
              <a:buFont typeface="Roboto"/>
              <a:buNone/>
              <a:defRPr sz="4267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7_Title Slide">
  <p:cSld name="27_Title Slide"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b7574d5ef3_5_262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2F2">
              <a:alpha val="69800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8_Title Slide">
  <p:cSld name="28_Title Slide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b7574d5ef3_5_534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2F2">
              <a:alpha val="6980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slideLayout" Target="../slideLayouts/slideLayout35.xml"/><Relationship Id="rId18" Type="http://schemas.openxmlformats.org/officeDocument/2006/relationships/slideLayout" Target="../slideLayouts/slideLayout40.xml"/><Relationship Id="rId3" Type="http://schemas.openxmlformats.org/officeDocument/2006/relationships/slideLayout" Target="../slideLayouts/slideLayout25.xml"/><Relationship Id="rId21" Type="http://schemas.openxmlformats.org/officeDocument/2006/relationships/slideLayout" Target="../slideLayouts/slideLayout43.xml"/><Relationship Id="rId7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34.xml"/><Relationship Id="rId17" Type="http://schemas.openxmlformats.org/officeDocument/2006/relationships/slideLayout" Target="../slideLayouts/slideLayout39.xml"/><Relationship Id="rId2" Type="http://schemas.openxmlformats.org/officeDocument/2006/relationships/slideLayout" Target="../slideLayouts/slideLayout24.xml"/><Relationship Id="rId16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42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5" Type="http://schemas.openxmlformats.org/officeDocument/2006/relationships/slideLayout" Target="../slideLayouts/slideLayout37.xml"/><Relationship Id="rId23" Type="http://schemas.openxmlformats.org/officeDocument/2006/relationships/theme" Target="../theme/theme2.xml"/><Relationship Id="rId10" Type="http://schemas.openxmlformats.org/officeDocument/2006/relationships/slideLayout" Target="../slideLayouts/slideLayout32.xml"/><Relationship Id="rId19" Type="http://schemas.openxmlformats.org/officeDocument/2006/relationships/slideLayout" Target="../slideLayouts/slideLayout41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slideLayout" Target="../slideLayouts/slideLayout36.xml"/><Relationship Id="rId22" Type="http://schemas.openxmlformats.org/officeDocument/2006/relationships/slideLayout" Target="../slideLayouts/slideLayout4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74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  <p:sldLayoutId id="2147483687" r:id="rId13"/>
    <p:sldLayoutId id="2147483688" r:id="rId14"/>
    <p:sldLayoutId id="2147483689" r:id="rId15"/>
    <p:sldLayoutId id="2147483690" r:id="rId16"/>
    <p:sldLayoutId id="2147483691" r:id="rId17"/>
    <p:sldLayoutId id="2147483692" r:id="rId18"/>
    <p:sldLayoutId id="2147483693" r:id="rId19"/>
    <p:sldLayoutId id="2147483694" r:id="rId20"/>
    <p:sldLayoutId id="2147483695" r:id="rId21"/>
    <p:sldLayoutId id="2147483696" r:id="rId2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54;gb6f6fa0e72_1_0"/>
          <p:cNvSpPr/>
          <p:nvPr/>
        </p:nvSpPr>
        <p:spPr>
          <a:xfrm rot="5400000">
            <a:off x="4800597" y="-533400"/>
            <a:ext cx="2590801" cy="12192001"/>
          </a:xfrm>
          <a:prstGeom prst="rect">
            <a:avLst/>
          </a:prstGeom>
          <a:solidFill>
            <a:srgbClr val="023A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+mj-lt"/>
              <a:ea typeface="Arial"/>
              <a:cs typeface="Arial"/>
              <a:sym typeface="Arial"/>
            </a:endParaRPr>
          </a:p>
        </p:txBody>
      </p:sp>
      <p:sp>
        <p:nvSpPr>
          <p:cNvPr id="19" name="Прямоугольник 18"/>
          <p:cNvSpPr/>
          <p:nvPr/>
        </p:nvSpPr>
        <p:spPr>
          <a:xfrm>
            <a:off x="671127" y="4723596"/>
            <a:ext cx="865067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ru-RU" sz="2800" b="1" dirty="0">
                <a:solidFill>
                  <a:schemeClr val="bg1"/>
                </a:solidFill>
                <a:latin typeface="+mj-lt"/>
                <a:ea typeface="Roboto" pitchFamily="2" charset="0"/>
                <a:sym typeface="Calibri"/>
              </a:rPr>
              <a:t>ПОДЗАГОЛОВОК</a:t>
            </a:r>
          </a:p>
        </p:txBody>
      </p:sp>
      <p:pic>
        <p:nvPicPr>
          <p:cNvPr id="25" name="Рисунок 24"/>
          <p:cNvPicPr>
            <a:picLocks noChangeAspect="1"/>
          </p:cNvPicPr>
          <p:nvPr/>
        </p:nvPicPr>
        <p:blipFill>
          <a:blip r:embed="rId3" cstate="print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382" t="5308" r="36158" b="40926"/>
          <a:stretch>
            <a:fillRect/>
          </a:stretch>
        </p:blipFill>
        <p:spPr>
          <a:xfrm>
            <a:off x="5777610" y="0"/>
            <a:ext cx="6414390" cy="4267200"/>
          </a:xfrm>
          <a:prstGeom prst="rect">
            <a:avLst/>
          </a:prstGeom>
        </p:spPr>
      </p:pic>
      <p:pic>
        <p:nvPicPr>
          <p:cNvPr id="1026" name="Picture 2" descr="C:\Users\Софья\Desktop\Приоритет 2030\ru.pn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0287935" y="5424732"/>
            <a:ext cx="1179095" cy="732133"/>
          </a:xfrm>
          <a:prstGeom prst="rect">
            <a:avLst/>
          </a:prstGeom>
          <a:noFill/>
        </p:spPr>
      </p:pic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F7C157FE-C021-45B8-A0ED-7E8CD90FE7A9}"/>
              </a:ext>
            </a:extLst>
          </p:cNvPr>
          <p:cNvSpPr/>
          <p:nvPr/>
        </p:nvSpPr>
        <p:spPr>
          <a:xfrm>
            <a:off x="671127" y="5903893"/>
            <a:ext cx="526485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ru-RU" sz="1800" i="1" dirty="0">
                <a:solidFill>
                  <a:schemeClr val="bg1"/>
                </a:solidFill>
                <a:latin typeface="+mj-lt"/>
                <a:ea typeface="Roboto" pitchFamily="2" charset="0"/>
                <a:sym typeface="Calibri"/>
              </a:rPr>
              <a:t>ФИО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51EB4197-7888-4B6B-A423-9EFFA379FE9E}"/>
              </a:ext>
            </a:extLst>
          </p:cNvPr>
          <p:cNvSpPr/>
          <p:nvPr/>
        </p:nvSpPr>
        <p:spPr>
          <a:xfrm>
            <a:off x="671127" y="618220"/>
            <a:ext cx="4510473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ru-RU" sz="3600" b="1" dirty="0">
                <a:solidFill>
                  <a:srgbClr val="023A84"/>
                </a:solidFill>
                <a:latin typeface="+mj-lt"/>
                <a:ea typeface="Roboto" pitchFamily="2" charset="0"/>
                <a:sym typeface="Calibri"/>
              </a:rPr>
              <a:t>НАЗВАНИЕ </a:t>
            </a:r>
          </a:p>
          <a:p>
            <a:pPr lvl="0"/>
            <a:r>
              <a:rPr lang="ru-RU" sz="3600" b="1" dirty="0">
                <a:solidFill>
                  <a:srgbClr val="023A84"/>
                </a:solidFill>
                <a:latin typeface="+mj-lt"/>
                <a:ea typeface="Roboto" pitchFamily="2" charset="0"/>
                <a:sym typeface="Calibri"/>
              </a:rPr>
              <a:t>ПРОЕКТА</a:t>
            </a:r>
          </a:p>
        </p:txBody>
      </p:sp>
    </p:spTree>
    <p:extLst>
      <p:ext uri="{BB962C8B-B14F-4D97-AF65-F5344CB8AC3E}">
        <p14:creationId xmlns:p14="http://schemas.microsoft.com/office/powerpoint/2010/main" val="2120679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67;p15">
            <a:extLst>
              <a:ext uri="{FF2B5EF4-FFF2-40B4-BE49-F238E27FC236}">
                <a16:creationId xmlns:a16="http://schemas.microsoft.com/office/drawing/2014/main" id="{647C30F4-4984-4A1E-8FEB-6CB697A1F9C3}"/>
              </a:ext>
            </a:extLst>
          </p:cNvPr>
          <p:cNvSpPr txBox="1"/>
          <p:nvPr/>
        </p:nvSpPr>
        <p:spPr>
          <a:xfrm>
            <a:off x="275576" y="214114"/>
            <a:ext cx="5744648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ru" sz="2000" b="1" i="0" u="none" strike="noStrike" cap="none" dirty="0">
                <a:solidFill>
                  <a:schemeClr val="dk1"/>
                </a:solidFill>
                <a:latin typeface="+mj-lt"/>
                <a:ea typeface="Montserrat Medium"/>
                <a:cs typeface="Montserrat Medium"/>
                <a:sym typeface="Montserrat Medium"/>
              </a:rPr>
              <a:t>ЗАГОЛОВОК ОСНОВНАЯ МЫСЛЬ</a:t>
            </a:r>
            <a:endParaRPr sz="2000" b="1" i="0" u="none" strike="noStrike" cap="none" dirty="0">
              <a:solidFill>
                <a:schemeClr val="dk1"/>
              </a:solidFill>
              <a:latin typeface="+mj-lt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7" name="Google Shape;72;p15">
            <a:extLst>
              <a:ext uri="{FF2B5EF4-FFF2-40B4-BE49-F238E27FC236}">
                <a16:creationId xmlns:a16="http://schemas.microsoft.com/office/drawing/2014/main" id="{05FDB63F-3418-4B17-B492-F35D6499318A}"/>
              </a:ext>
            </a:extLst>
          </p:cNvPr>
          <p:cNvSpPr txBox="1"/>
          <p:nvPr/>
        </p:nvSpPr>
        <p:spPr>
          <a:xfrm>
            <a:off x="404658" y="5017619"/>
            <a:ext cx="1600750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ru-RU" sz="900" dirty="0">
                <a:solidFill>
                  <a:schemeClr val="dk1"/>
                </a:solidFill>
                <a:latin typeface="+mj-lt"/>
                <a:ea typeface="Montserrat"/>
                <a:cs typeface="Montserrat"/>
                <a:sym typeface="Montserrat"/>
              </a:rPr>
              <a:t>ТЕКСТ 1</a:t>
            </a:r>
            <a:endParaRPr lang="ru-RU" sz="900" b="0" i="0" u="none" strike="noStrike" cap="none" dirty="0">
              <a:solidFill>
                <a:schemeClr val="dk1"/>
              </a:solidFill>
              <a:latin typeface="+mj-lt"/>
              <a:ea typeface="Montserrat"/>
              <a:cs typeface="Montserrat"/>
              <a:sym typeface="Montserrat"/>
            </a:endParaRPr>
          </a:p>
        </p:txBody>
      </p:sp>
      <p:sp>
        <p:nvSpPr>
          <p:cNvPr id="53" name="Google Shape;95;p15">
            <a:extLst>
              <a:ext uri="{FF2B5EF4-FFF2-40B4-BE49-F238E27FC236}">
                <a16:creationId xmlns:a16="http://schemas.microsoft.com/office/drawing/2014/main" id="{66A93B06-885B-49FF-849C-EB422071ECE9}"/>
              </a:ext>
            </a:extLst>
          </p:cNvPr>
          <p:cNvSpPr/>
          <p:nvPr/>
        </p:nvSpPr>
        <p:spPr>
          <a:xfrm>
            <a:off x="404657" y="1749681"/>
            <a:ext cx="11616920" cy="298223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chemeClr val="lt1"/>
              </a:solidFill>
              <a:latin typeface="+mj-lt"/>
              <a:ea typeface="Arial"/>
              <a:cs typeface="Arial"/>
              <a:sym typeface="Arial"/>
            </a:endParaRPr>
          </a:p>
        </p:txBody>
      </p:sp>
      <p:cxnSp>
        <p:nvCxnSpPr>
          <p:cNvPr id="54" name="Google Shape;96;p15">
            <a:extLst>
              <a:ext uri="{FF2B5EF4-FFF2-40B4-BE49-F238E27FC236}">
                <a16:creationId xmlns:a16="http://schemas.microsoft.com/office/drawing/2014/main" id="{5B7FEB19-F00A-496C-A0CD-CF1972D0D7C4}"/>
              </a:ext>
            </a:extLst>
          </p:cNvPr>
          <p:cNvCxnSpPr>
            <a:cxnSpLocks/>
          </p:cNvCxnSpPr>
          <p:nvPr/>
        </p:nvCxnSpPr>
        <p:spPr>
          <a:xfrm>
            <a:off x="860691" y="1998814"/>
            <a:ext cx="0" cy="2931240"/>
          </a:xfrm>
          <a:prstGeom prst="straightConnector1">
            <a:avLst/>
          </a:prstGeom>
          <a:noFill/>
          <a:ln w="22225" cap="rnd" cmpd="sng">
            <a:solidFill>
              <a:srgbClr val="0074BD"/>
            </a:solidFill>
            <a:prstDash val="dot"/>
            <a:round/>
            <a:headEnd type="none" w="sm" len="sm"/>
            <a:tailEnd type="oval" w="med" len="med"/>
          </a:ln>
        </p:spPr>
      </p:cxnSp>
      <p:cxnSp>
        <p:nvCxnSpPr>
          <p:cNvPr id="55" name="Google Shape;97;p15">
            <a:extLst>
              <a:ext uri="{FF2B5EF4-FFF2-40B4-BE49-F238E27FC236}">
                <a16:creationId xmlns:a16="http://schemas.microsoft.com/office/drawing/2014/main" id="{3DCB9A05-CABF-4301-A4C8-8C878C81885C}"/>
              </a:ext>
            </a:extLst>
          </p:cNvPr>
          <p:cNvCxnSpPr/>
          <p:nvPr/>
        </p:nvCxnSpPr>
        <p:spPr>
          <a:xfrm>
            <a:off x="2005407" y="1998837"/>
            <a:ext cx="0" cy="399384"/>
          </a:xfrm>
          <a:prstGeom prst="straightConnector1">
            <a:avLst/>
          </a:prstGeom>
          <a:noFill/>
          <a:ln w="22225" cap="rnd" cmpd="sng">
            <a:solidFill>
              <a:srgbClr val="0074BD"/>
            </a:solidFill>
            <a:prstDash val="dot"/>
            <a:round/>
            <a:headEnd type="none" w="sm" len="sm"/>
            <a:tailEnd type="oval" w="med" len="med"/>
          </a:ln>
        </p:spPr>
      </p:cxnSp>
      <p:cxnSp>
        <p:nvCxnSpPr>
          <p:cNvPr id="56" name="Google Shape;98;p15">
            <a:extLst>
              <a:ext uri="{FF2B5EF4-FFF2-40B4-BE49-F238E27FC236}">
                <a16:creationId xmlns:a16="http://schemas.microsoft.com/office/drawing/2014/main" id="{1A1809C6-4EDF-420F-B6EE-32FEC0748448}"/>
              </a:ext>
            </a:extLst>
          </p:cNvPr>
          <p:cNvCxnSpPr/>
          <p:nvPr/>
        </p:nvCxnSpPr>
        <p:spPr>
          <a:xfrm>
            <a:off x="3835753" y="1998837"/>
            <a:ext cx="0" cy="399384"/>
          </a:xfrm>
          <a:prstGeom prst="straightConnector1">
            <a:avLst/>
          </a:prstGeom>
          <a:noFill/>
          <a:ln w="22225" cap="rnd" cmpd="sng">
            <a:solidFill>
              <a:srgbClr val="0074BD"/>
            </a:solidFill>
            <a:prstDash val="dot"/>
            <a:round/>
            <a:headEnd type="none" w="sm" len="sm"/>
            <a:tailEnd type="oval" w="med" len="med"/>
          </a:ln>
        </p:spPr>
      </p:cxnSp>
      <p:cxnSp>
        <p:nvCxnSpPr>
          <p:cNvPr id="57" name="Google Shape;99;p15">
            <a:extLst>
              <a:ext uri="{FF2B5EF4-FFF2-40B4-BE49-F238E27FC236}">
                <a16:creationId xmlns:a16="http://schemas.microsoft.com/office/drawing/2014/main" id="{EB1D724D-E456-40AE-A7BA-6A35483F4206}"/>
              </a:ext>
            </a:extLst>
          </p:cNvPr>
          <p:cNvCxnSpPr/>
          <p:nvPr/>
        </p:nvCxnSpPr>
        <p:spPr>
          <a:xfrm>
            <a:off x="7218940" y="1998837"/>
            <a:ext cx="0" cy="399384"/>
          </a:xfrm>
          <a:prstGeom prst="straightConnector1">
            <a:avLst/>
          </a:prstGeom>
          <a:noFill/>
          <a:ln w="22225" cap="rnd" cmpd="sng">
            <a:solidFill>
              <a:srgbClr val="0074BD"/>
            </a:solidFill>
            <a:prstDash val="dot"/>
            <a:round/>
            <a:headEnd type="none" w="sm" len="sm"/>
            <a:tailEnd type="oval" w="med" len="med"/>
          </a:ln>
        </p:spPr>
      </p:cxnSp>
      <p:cxnSp>
        <p:nvCxnSpPr>
          <p:cNvPr id="58" name="Google Shape;100;p15">
            <a:extLst>
              <a:ext uri="{FF2B5EF4-FFF2-40B4-BE49-F238E27FC236}">
                <a16:creationId xmlns:a16="http://schemas.microsoft.com/office/drawing/2014/main" id="{1DDE9B76-D91F-4DB4-B3DB-4F898C6C32FF}"/>
              </a:ext>
            </a:extLst>
          </p:cNvPr>
          <p:cNvCxnSpPr/>
          <p:nvPr/>
        </p:nvCxnSpPr>
        <p:spPr>
          <a:xfrm>
            <a:off x="10694631" y="1998837"/>
            <a:ext cx="0" cy="399384"/>
          </a:xfrm>
          <a:prstGeom prst="straightConnector1">
            <a:avLst/>
          </a:prstGeom>
          <a:noFill/>
          <a:ln w="22225" cap="rnd" cmpd="sng">
            <a:solidFill>
              <a:srgbClr val="0074BD"/>
            </a:solidFill>
            <a:prstDash val="dot"/>
            <a:round/>
            <a:headEnd type="none" w="sm" len="sm"/>
            <a:tailEnd type="oval" w="med" len="med"/>
          </a:ln>
        </p:spPr>
      </p:cxnSp>
      <p:cxnSp>
        <p:nvCxnSpPr>
          <p:cNvPr id="59" name="Google Shape;101;p15">
            <a:extLst>
              <a:ext uri="{FF2B5EF4-FFF2-40B4-BE49-F238E27FC236}">
                <a16:creationId xmlns:a16="http://schemas.microsoft.com/office/drawing/2014/main" id="{E01F1F89-9F16-41B1-871B-C19A2A56F473}"/>
              </a:ext>
            </a:extLst>
          </p:cNvPr>
          <p:cNvCxnSpPr/>
          <p:nvPr/>
        </p:nvCxnSpPr>
        <p:spPr>
          <a:xfrm>
            <a:off x="5573597" y="1998837"/>
            <a:ext cx="0" cy="2931240"/>
          </a:xfrm>
          <a:prstGeom prst="straightConnector1">
            <a:avLst/>
          </a:prstGeom>
          <a:noFill/>
          <a:ln w="22225" cap="rnd" cmpd="sng">
            <a:solidFill>
              <a:srgbClr val="0074BD"/>
            </a:solidFill>
            <a:prstDash val="dot"/>
            <a:round/>
            <a:headEnd type="none" w="sm" len="sm"/>
            <a:tailEnd type="oval" w="med" len="med"/>
          </a:ln>
        </p:spPr>
      </p:cxnSp>
      <p:cxnSp>
        <p:nvCxnSpPr>
          <p:cNvPr id="60" name="Google Shape;102;p15">
            <a:extLst>
              <a:ext uri="{FF2B5EF4-FFF2-40B4-BE49-F238E27FC236}">
                <a16:creationId xmlns:a16="http://schemas.microsoft.com/office/drawing/2014/main" id="{CDD8B520-0B80-489C-93C4-8C33FC39F820}"/>
              </a:ext>
            </a:extLst>
          </p:cNvPr>
          <p:cNvCxnSpPr/>
          <p:nvPr/>
        </p:nvCxnSpPr>
        <p:spPr>
          <a:xfrm>
            <a:off x="8956784" y="1998837"/>
            <a:ext cx="0" cy="2931240"/>
          </a:xfrm>
          <a:prstGeom prst="straightConnector1">
            <a:avLst/>
          </a:prstGeom>
          <a:noFill/>
          <a:ln w="22225" cap="rnd" cmpd="sng">
            <a:solidFill>
              <a:srgbClr val="0074BD"/>
            </a:solidFill>
            <a:prstDash val="dot"/>
            <a:round/>
            <a:headEnd type="none" w="sm" len="sm"/>
            <a:tailEnd type="oval" w="med" len="med"/>
          </a:ln>
        </p:spPr>
      </p:cxnSp>
      <p:sp>
        <p:nvSpPr>
          <p:cNvPr id="66" name="Google Shape;104;p15">
            <a:extLst>
              <a:ext uri="{FF2B5EF4-FFF2-40B4-BE49-F238E27FC236}">
                <a16:creationId xmlns:a16="http://schemas.microsoft.com/office/drawing/2014/main" id="{6C927574-A260-436A-AB58-AB478BA4860A}"/>
              </a:ext>
            </a:extLst>
          </p:cNvPr>
          <p:cNvSpPr/>
          <p:nvPr/>
        </p:nvSpPr>
        <p:spPr>
          <a:xfrm>
            <a:off x="293157" y="1306461"/>
            <a:ext cx="2280579" cy="768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600" b="1" i="0" u="none" strike="noStrike" cap="none" dirty="0">
                <a:solidFill>
                  <a:srgbClr val="3C90DC"/>
                </a:solidFill>
                <a:latin typeface="+mj-lt"/>
                <a:ea typeface="Montserrat"/>
                <a:cs typeface="Montserrat"/>
                <a:sym typeface="Montserrat"/>
              </a:rPr>
              <a:t>С</a:t>
            </a:r>
            <a:r>
              <a:rPr lang="ru" sz="1600" b="1" i="0" u="none" strike="noStrike" cap="none" dirty="0">
                <a:solidFill>
                  <a:srgbClr val="3C90DC"/>
                </a:solidFill>
                <a:latin typeface="+mj-lt"/>
                <a:ea typeface="Montserrat"/>
                <a:cs typeface="Montserrat"/>
                <a:sym typeface="Montserrat"/>
              </a:rPr>
              <a:t>лово 1</a:t>
            </a:r>
            <a:endParaRPr sz="1600" b="1" i="0" u="none" strike="noStrike" cap="none" dirty="0">
              <a:solidFill>
                <a:srgbClr val="3C90DC"/>
              </a:solidFill>
              <a:latin typeface="+mj-lt"/>
              <a:ea typeface="Montserrat"/>
              <a:cs typeface="Montserrat"/>
              <a:sym typeface="Montserrat"/>
            </a:endParaRPr>
          </a:p>
        </p:txBody>
      </p:sp>
      <p:sp>
        <p:nvSpPr>
          <p:cNvPr id="67" name="Google Shape;104;p15">
            <a:extLst>
              <a:ext uri="{FF2B5EF4-FFF2-40B4-BE49-F238E27FC236}">
                <a16:creationId xmlns:a16="http://schemas.microsoft.com/office/drawing/2014/main" id="{1DF1F4C4-13E7-46E2-8515-A169D87D816A}"/>
              </a:ext>
            </a:extLst>
          </p:cNvPr>
          <p:cNvSpPr/>
          <p:nvPr/>
        </p:nvSpPr>
        <p:spPr>
          <a:xfrm>
            <a:off x="6636410" y="1306461"/>
            <a:ext cx="1543010" cy="768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600" b="1" dirty="0">
                <a:solidFill>
                  <a:srgbClr val="3C90DC"/>
                </a:solidFill>
                <a:latin typeface="+mj-lt"/>
                <a:ea typeface="Montserrat"/>
                <a:cs typeface="Montserrat"/>
                <a:sym typeface="Montserrat"/>
              </a:rPr>
              <a:t>С</a:t>
            </a:r>
            <a:r>
              <a:rPr lang="ru" sz="1600" b="1" dirty="0">
                <a:solidFill>
                  <a:srgbClr val="3C90DC"/>
                </a:solidFill>
                <a:latin typeface="+mj-lt"/>
                <a:ea typeface="Montserrat"/>
                <a:cs typeface="Montserrat"/>
                <a:sym typeface="Montserrat"/>
              </a:rPr>
              <a:t>лово 2</a:t>
            </a:r>
            <a:endParaRPr sz="1600" b="1" i="0" u="none" strike="noStrike" cap="none" dirty="0">
              <a:solidFill>
                <a:srgbClr val="3C90DC"/>
              </a:solidFill>
              <a:latin typeface="+mj-l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Google Shape;72;p15">
            <a:extLst>
              <a:ext uri="{FF2B5EF4-FFF2-40B4-BE49-F238E27FC236}">
                <a16:creationId xmlns:a16="http://schemas.microsoft.com/office/drawing/2014/main" id="{913CC3F3-231A-1EE7-1D3B-D0BFD6859362}"/>
              </a:ext>
            </a:extLst>
          </p:cNvPr>
          <p:cNvSpPr txBox="1"/>
          <p:nvPr/>
        </p:nvSpPr>
        <p:spPr>
          <a:xfrm>
            <a:off x="1258234" y="2571699"/>
            <a:ext cx="1897561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ru-RU" sz="900" dirty="0">
                <a:solidFill>
                  <a:schemeClr val="dk1"/>
                </a:solidFill>
                <a:latin typeface="+mj-lt"/>
                <a:ea typeface="Montserrat"/>
                <a:cs typeface="Montserrat"/>
                <a:sym typeface="Montserrat"/>
              </a:rPr>
              <a:t>ТЕКСТ 2</a:t>
            </a:r>
            <a:endParaRPr lang="ru-RU" sz="900" b="0" i="0" u="none" strike="noStrike" cap="none" dirty="0">
              <a:solidFill>
                <a:schemeClr val="dk1"/>
              </a:solidFill>
              <a:latin typeface="+mj-lt"/>
              <a:ea typeface="Montserrat"/>
              <a:cs typeface="Montserrat"/>
              <a:sym typeface="Montserrat"/>
            </a:endParaRPr>
          </a:p>
        </p:txBody>
      </p:sp>
      <p:sp>
        <p:nvSpPr>
          <p:cNvPr id="3" name="Google Shape;72;p15">
            <a:extLst>
              <a:ext uri="{FF2B5EF4-FFF2-40B4-BE49-F238E27FC236}">
                <a16:creationId xmlns:a16="http://schemas.microsoft.com/office/drawing/2014/main" id="{BD23F60B-CAE9-6B5B-37A6-CB6FAD19E2C5}"/>
              </a:ext>
            </a:extLst>
          </p:cNvPr>
          <p:cNvSpPr txBox="1"/>
          <p:nvPr/>
        </p:nvSpPr>
        <p:spPr>
          <a:xfrm>
            <a:off x="3133492" y="2571699"/>
            <a:ext cx="2032725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ru-RU" sz="900" dirty="0">
                <a:solidFill>
                  <a:schemeClr val="dk1"/>
                </a:solidFill>
                <a:latin typeface="+mj-lt"/>
                <a:ea typeface="Montserrat"/>
                <a:cs typeface="Montserrat"/>
                <a:sym typeface="Montserrat"/>
              </a:rPr>
              <a:t>ТЕКСТ 3</a:t>
            </a:r>
            <a:endParaRPr lang="ru-RU" sz="900" b="0" i="0" u="none" strike="noStrike" cap="none" dirty="0">
              <a:solidFill>
                <a:schemeClr val="dk1"/>
              </a:solidFill>
              <a:latin typeface="+mj-lt"/>
              <a:ea typeface="Montserrat"/>
              <a:cs typeface="Montserrat"/>
              <a:sym typeface="Montserrat"/>
            </a:endParaRPr>
          </a:p>
        </p:txBody>
      </p:sp>
      <p:sp>
        <p:nvSpPr>
          <p:cNvPr id="4" name="Google Shape;72;p15">
            <a:extLst>
              <a:ext uri="{FF2B5EF4-FFF2-40B4-BE49-F238E27FC236}">
                <a16:creationId xmlns:a16="http://schemas.microsoft.com/office/drawing/2014/main" id="{1E29C698-6751-00D3-E677-C06875FB6774}"/>
              </a:ext>
            </a:extLst>
          </p:cNvPr>
          <p:cNvSpPr txBox="1"/>
          <p:nvPr/>
        </p:nvSpPr>
        <p:spPr>
          <a:xfrm>
            <a:off x="6585123" y="2485809"/>
            <a:ext cx="2032725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ru-RU" sz="900" dirty="0">
                <a:solidFill>
                  <a:schemeClr val="dk1"/>
                </a:solidFill>
                <a:latin typeface="+mj-lt"/>
                <a:ea typeface="Montserrat"/>
                <a:cs typeface="Montserrat"/>
                <a:sym typeface="Montserrat"/>
              </a:rPr>
              <a:t>ТЕКСТ 5</a:t>
            </a:r>
            <a:endParaRPr lang="ru-RU" sz="900" b="0" i="0" u="none" strike="noStrike" cap="none" dirty="0">
              <a:solidFill>
                <a:schemeClr val="dk1"/>
              </a:solidFill>
              <a:latin typeface="+mj-lt"/>
              <a:ea typeface="Montserrat"/>
              <a:cs typeface="Montserrat"/>
              <a:sym typeface="Montserrat"/>
            </a:endParaRPr>
          </a:p>
        </p:txBody>
      </p:sp>
      <p:sp>
        <p:nvSpPr>
          <p:cNvPr id="5" name="Google Shape;72;p15">
            <a:extLst>
              <a:ext uri="{FF2B5EF4-FFF2-40B4-BE49-F238E27FC236}">
                <a16:creationId xmlns:a16="http://schemas.microsoft.com/office/drawing/2014/main" id="{ACD76FD6-A7C4-30FE-6431-91AFAE0813BB}"/>
              </a:ext>
            </a:extLst>
          </p:cNvPr>
          <p:cNvSpPr txBox="1"/>
          <p:nvPr/>
        </p:nvSpPr>
        <p:spPr>
          <a:xfrm>
            <a:off x="4927661" y="5126735"/>
            <a:ext cx="2032725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ru-RU" sz="900" dirty="0">
                <a:solidFill>
                  <a:schemeClr val="dk1"/>
                </a:solidFill>
                <a:latin typeface="+mj-lt"/>
                <a:ea typeface="Montserrat"/>
                <a:cs typeface="Montserrat"/>
                <a:sym typeface="Montserrat"/>
              </a:rPr>
              <a:t>ТЕКСТ 4</a:t>
            </a:r>
            <a:endParaRPr lang="ru-RU" sz="900" b="0" i="0" u="none" strike="noStrike" cap="none" dirty="0">
              <a:solidFill>
                <a:schemeClr val="dk1"/>
              </a:solidFill>
              <a:latin typeface="+mj-lt"/>
              <a:ea typeface="Montserrat"/>
              <a:cs typeface="Montserrat"/>
              <a:sym typeface="Montserrat"/>
            </a:endParaRPr>
          </a:p>
        </p:txBody>
      </p:sp>
      <p:sp>
        <p:nvSpPr>
          <p:cNvPr id="6" name="Google Shape;72;p15">
            <a:extLst>
              <a:ext uri="{FF2B5EF4-FFF2-40B4-BE49-F238E27FC236}">
                <a16:creationId xmlns:a16="http://schemas.microsoft.com/office/drawing/2014/main" id="{E8AF5343-420E-5A93-EA55-8D513BAAF3E0}"/>
              </a:ext>
            </a:extLst>
          </p:cNvPr>
          <p:cNvSpPr txBox="1"/>
          <p:nvPr/>
        </p:nvSpPr>
        <p:spPr>
          <a:xfrm>
            <a:off x="8298694" y="5017618"/>
            <a:ext cx="2032725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ru-RU" sz="900" dirty="0">
                <a:solidFill>
                  <a:schemeClr val="dk1"/>
                </a:solidFill>
                <a:latin typeface="+mj-lt"/>
                <a:ea typeface="Montserrat"/>
                <a:cs typeface="Montserrat"/>
                <a:sym typeface="Montserrat"/>
              </a:rPr>
              <a:t>ТЕКСТ 6</a:t>
            </a:r>
          </a:p>
        </p:txBody>
      </p:sp>
      <p:sp>
        <p:nvSpPr>
          <p:cNvPr id="7" name="Google Shape;72;p15">
            <a:extLst>
              <a:ext uri="{FF2B5EF4-FFF2-40B4-BE49-F238E27FC236}">
                <a16:creationId xmlns:a16="http://schemas.microsoft.com/office/drawing/2014/main" id="{48B94226-050D-8FEA-30D0-B286DD7FB562}"/>
              </a:ext>
            </a:extLst>
          </p:cNvPr>
          <p:cNvSpPr txBox="1"/>
          <p:nvPr/>
        </p:nvSpPr>
        <p:spPr>
          <a:xfrm>
            <a:off x="9968309" y="2485809"/>
            <a:ext cx="2032725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ru-RU" sz="900" dirty="0">
                <a:solidFill>
                  <a:schemeClr val="dk1"/>
                </a:solidFill>
                <a:latin typeface="+mj-lt"/>
                <a:ea typeface="Montserrat"/>
                <a:cs typeface="Montserrat"/>
                <a:sym typeface="Montserrat"/>
              </a:rPr>
              <a:t>ТЕКСТ 7</a:t>
            </a:r>
            <a:endParaRPr lang="ru-RU" sz="900" b="0" i="0" u="none" strike="noStrike" cap="none" dirty="0">
              <a:solidFill>
                <a:schemeClr val="dk1"/>
              </a:solidFill>
              <a:latin typeface="+mj-lt"/>
              <a:ea typeface="Montserrat"/>
              <a:cs typeface="Montserrat"/>
              <a:sym typeface="Montserrat"/>
            </a:endParaRPr>
          </a:p>
        </p:txBody>
      </p:sp>
      <p:sp>
        <p:nvSpPr>
          <p:cNvPr id="8" name="Google Shape;106;p15">
            <a:extLst>
              <a:ext uri="{FF2B5EF4-FFF2-40B4-BE49-F238E27FC236}">
                <a16:creationId xmlns:a16="http://schemas.microsoft.com/office/drawing/2014/main" id="{2F171EEF-CAC8-A8E9-2B91-21BA1B6E757C}"/>
              </a:ext>
            </a:extLst>
          </p:cNvPr>
          <p:cNvSpPr txBox="1">
            <a:spLocks/>
          </p:cNvSpPr>
          <p:nvPr/>
        </p:nvSpPr>
        <p:spPr>
          <a:xfrm>
            <a:off x="11736659" y="6481143"/>
            <a:ext cx="442537" cy="3768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850" tIns="36425" rIns="72850" bIns="36425" anchor="ctr" anchorCtr="0">
            <a:normAutofit fontScale="6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r>
              <a:rPr lang="ru" sz="1000" dirty="0">
                <a:latin typeface="+mj-lt"/>
                <a:ea typeface="Montserrat"/>
                <a:cs typeface="Montserrat"/>
                <a:sym typeface="Montserrat"/>
              </a:rPr>
              <a:t>НОМЕР СТРАНИЦЫ</a:t>
            </a: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19927E25-408F-7552-BC9E-5D3434F9DD23}"/>
              </a:ext>
            </a:extLst>
          </p:cNvPr>
          <p:cNvGrpSpPr/>
          <p:nvPr/>
        </p:nvGrpSpPr>
        <p:grpSpPr>
          <a:xfrm>
            <a:off x="11330354" y="6107172"/>
            <a:ext cx="513035" cy="513034"/>
            <a:chOff x="1261434" y="1228635"/>
            <a:chExt cx="937667" cy="937666"/>
          </a:xfrm>
        </p:grpSpPr>
        <p:sp>
          <p:nvSpPr>
            <p:cNvPr id="10" name="Овал 9">
              <a:extLst>
                <a:ext uri="{FF2B5EF4-FFF2-40B4-BE49-F238E27FC236}">
                  <a16:creationId xmlns:a16="http://schemas.microsoft.com/office/drawing/2014/main" id="{2AEB2073-65DE-F3F4-FFDE-B4E4A56C1A9A}"/>
                </a:ext>
              </a:extLst>
            </p:cNvPr>
            <p:cNvSpPr/>
            <p:nvPr/>
          </p:nvSpPr>
          <p:spPr>
            <a:xfrm>
              <a:off x="1261434" y="1228635"/>
              <a:ext cx="937667" cy="937666"/>
            </a:xfrm>
            <a:prstGeom prst="ellipse">
              <a:avLst/>
            </a:prstGeom>
            <a:solidFill>
              <a:srgbClr val="699BC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11" name="Рисунок 10">
              <a:extLst>
                <a:ext uri="{FF2B5EF4-FFF2-40B4-BE49-F238E27FC236}">
                  <a16:creationId xmlns:a16="http://schemas.microsoft.com/office/drawing/2014/main" id="{9EF747A4-219B-2502-4B48-9C0A731BE9F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" r="66639" b="1303"/>
            <a:stretch/>
          </p:blipFill>
          <p:spPr>
            <a:xfrm>
              <a:off x="1567979" y="1399380"/>
              <a:ext cx="324578" cy="596177"/>
            </a:xfrm>
            <a:prstGeom prst="rect">
              <a:avLst/>
            </a:prstGeom>
          </p:spPr>
        </p:pic>
      </p:grpSp>
      <p:sp>
        <p:nvSpPr>
          <p:cNvPr id="12" name="Google Shape;207;p30">
            <a:extLst>
              <a:ext uri="{FF2B5EF4-FFF2-40B4-BE49-F238E27FC236}">
                <a16:creationId xmlns:a16="http://schemas.microsoft.com/office/drawing/2014/main" id="{AF4DCA51-3B83-57DF-8560-6811D800FDFC}"/>
              </a:ext>
            </a:extLst>
          </p:cNvPr>
          <p:cNvSpPr txBox="1"/>
          <p:nvPr/>
        </p:nvSpPr>
        <p:spPr>
          <a:xfrm>
            <a:off x="581846" y="6149789"/>
            <a:ext cx="1991892" cy="376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indent="0"/>
            <a:r>
              <a:rPr lang="ru" sz="1000" i="1" dirty="0">
                <a:solidFill>
                  <a:srgbClr val="001A72"/>
                </a:solidFill>
                <a:sym typeface="Arial Narrow"/>
              </a:rPr>
              <a:t>Институт математики </a:t>
            </a:r>
            <a:br>
              <a:rPr lang="ru" sz="1000" i="1" dirty="0">
                <a:solidFill>
                  <a:srgbClr val="001A72"/>
                </a:solidFill>
                <a:sym typeface="Arial Narrow"/>
              </a:rPr>
            </a:br>
            <a:r>
              <a:rPr lang="ru" sz="1000" i="1" dirty="0">
                <a:solidFill>
                  <a:srgbClr val="001A72"/>
                </a:solidFill>
                <a:sym typeface="Arial Narrow"/>
              </a:rPr>
              <a:t>и компьютерных технологий</a:t>
            </a:r>
          </a:p>
        </p:txBody>
      </p:sp>
      <p:pic>
        <p:nvPicPr>
          <p:cNvPr id="13" name="Google Shape;209;p30">
            <a:extLst>
              <a:ext uri="{FF2B5EF4-FFF2-40B4-BE49-F238E27FC236}">
                <a16:creationId xmlns:a16="http://schemas.microsoft.com/office/drawing/2014/main" id="{DD119F0D-7F43-217F-91B9-075FA02C582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31345" y="6193536"/>
            <a:ext cx="302210" cy="29760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881306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67;p15">
            <a:extLst>
              <a:ext uri="{FF2B5EF4-FFF2-40B4-BE49-F238E27FC236}">
                <a16:creationId xmlns:a16="http://schemas.microsoft.com/office/drawing/2014/main" id="{647C30F4-4984-4A1E-8FEB-6CB697A1F9C3}"/>
              </a:ext>
            </a:extLst>
          </p:cNvPr>
          <p:cNvSpPr txBox="1"/>
          <p:nvPr/>
        </p:nvSpPr>
        <p:spPr>
          <a:xfrm>
            <a:off x="275576" y="214114"/>
            <a:ext cx="5744648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ru" sz="2000" b="1" i="0" u="none" strike="noStrike" cap="none" dirty="0">
                <a:solidFill>
                  <a:schemeClr val="dk1"/>
                </a:solidFill>
                <a:latin typeface="+mj-lt"/>
                <a:ea typeface="Montserrat Medium"/>
                <a:cs typeface="Montserrat Medium"/>
                <a:sym typeface="Montserrat Medium"/>
              </a:rPr>
              <a:t>ЗАГОЛОВО</a:t>
            </a:r>
            <a:r>
              <a:rPr lang="ru" sz="2000" b="1" dirty="0">
                <a:solidFill>
                  <a:schemeClr val="dk1"/>
                </a:solidFill>
                <a:latin typeface="+mj-lt"/>
                <a:ea typeface="Montserrat Medium"/>
                <a:cs typeface="Montserrat Medium"/>
                <a:sym typeface="Montserrat Medium"/>
              </a:rPr>
              <a:t>К</a:t>
            </a:r>
            <a:endParaRPr sz="2000" b="1" i="0" u="none" strike="noStrike" cap="none" dirty="0">
              <a:solidFill>
                <a:schemeClr val="dk1"/>
              </a:solidFill>
              <a:latin typeface="+mj-lt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61" name="Google Shape;161;p17">
            <a:extLst>
              <a:ext uri="{FF2B5EF4-FFF2-40B4-BE49-F238E27FC236}">
                <a16:creationId xmlns:a16="http://schemas.microsoft.com/office/drawing/2014/main" id="{5BC53A23-7010-465E-A460-B545147EE951}"/>
              </a:ext>
            </a:extLst>
          </p:cNvPr>
          <p:cNvSpPr txBox="1"/>
          <p:nvPr/>
        </p:nvSpPr>
        <p:spPr>
          <a:xfrm>
            <a:off x="34416" y="2169833"/>
            <a:ext cx="3891649" cy="17081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0000" indent="-147149">
              <a:buClr>
                <a:srgbClr val="0074BD"/>
              </a:buClr>
              <a:buSzPts val="900"/>
              <a:buFont typeface="Montserrat"/>
              <a:buChar char="●"/>
            </a:pPr>
            <a:r>
              <a:rPr lang="ru-RU" sz="1100" dirty="0">
                <a:latin typeface="+mj-lt"/>
                <a:ea typeface="Montserrat"/>
                <a:cs typeface="Montserrat"/>
                <a:sym typeface="Montserrat"/>
              </a:rPr>
              <a:t>ТЕКСТ</a:t>
            </a:r>
          </a:p>
          <a:p>
            <a:pPr marL="450000" indent="-147149">
              <a:buClr>
                <a:srgbClr val="0074BD"/>
              </a:buClr>
              <a:buSzPts val="900"/>
              <a:buFont typeface="Montserrat"/>
              <a:buChar char="●"/>
            </a:pPr>
            <a:endParaRPr lang="ru-RU" sz="1100" dirty="0">
              <a:latin typeface="+mj-lt"/>
              <a:ea typeface="Montserrat"/>
              <a:cs typeface="Montserrat"/>
              <a:sym typeface="Montserrat"/>
            </a:endParaRPr>
          </a:p>
          <a:p>
            <a:pPr marL="450000" indent="-147149">
              <a:buClr>
                <a:srgbClr val="0074BD"/>
              </a:buClr>
              <a:buSzPts val="900"/>
              <a:buFont typeface="Montserrat"/>
              <a:buChar char="●"/>
            </a:pPr>
            <a:r>
              <a:rPr lang="ru-RU" sz="1100" dirty="0">
                <a:latin typeface="+mj-lt"/>
                <a:ea typeface="Montserrat"/>
                <a:cs typeface="Montserrat"/>
                <a:sym typeface="Montserrat"/>
              </a:rPr>
              <a:t>ТЕКСТ</a:t>
            </a:r>
            <a:endParaRPr lang="ru-RU" sz="1100" b="1" dirty="0">
              <a:solidFill>
                <a:schemeClr val="tx1">
                  <a:lumMod val="65000"/>
                  <a:lumOff val="35000"/>
                </a:schemeClr>
              </a:solidFill>
              <a:latin typeface="+mj-lt"/>
              <a:ea typeface="Montserrat"/>
              <a:cs typeface="Montserrat"/>
              <a:sym typeface="Montserrat"/>
            </a:endParaRPr>
          </a:p>
          <a:p>
            <a:pPr marL="450000" indent="-147149">
              <a:buClr>
                <a:srgbClr val="0074BD"/>
              </a:buClr>
              <a:buSzPts val="900"/>
              <a:buFont typeface="Montserrat"/>
              <a:buChar char="●"/>
            </a:pPr>
            <a:endParaRPr lang="ru-RU" sz="1100" dirty="0">
              <a:latin typeface="+mj-lt"/>
              <a:ea typeface="Montserrat"/>
              <a:cs typeface="Montserrat"/>
              <a:sym typeface="Montserrat"/>
            </a:endParaRPr>
          </a:p>
          <a:p>
            <a:pPr marL="450000" indent="-147149">
              <a:buClr>
                <a:srgbClr val="0074BD"/>
              </a:buClr>
              <a:buSzPts val="900"/>
              <a:buFont typeface="Montserrat"/>
              <a:buChar char="●"/>
            </a:pPr>
            <a:r>
              <a:rPr lang="ru-RU" sz="1100" dirty="0">
                <a:ea typeface="Montserrat"/>
                <a:cs typeface="Montserrat"/>
                <a:sym typeface="Montserrat"/>
              </a:rPr>
              <a:t>ТЕКСТ</a:t>
            </a:r>
            <a:br>
              <a:rPr lang="ru-RU" sz="1100" dirty="0">
                <a:latin typeface="+mj-lt"/>
                <a:ea typeface="Montserrat"/>
                <a:cs typeface="Montserrat"/>
                <a:sym typeface="Montserrat"/>
              </a:rPr>
            </a:br>
            <a:endParaRPr lang="ru-RU" sz="1100" dirty="0">
              <a:latin typeface="+mj-lt"/>
              <a:ea typeface="Montserrat"/>
              <a:cs typeface="Montserrat"/>
              <a:sym typeface="Montserrat"/>
            </a:endParaRPr>
          </a:p>
          <a:p>
            <a:pPr marL="450000" indent="-147149">
              <a:buClr>
                <a:srgbClr val="0074BD"/>
              </a:buClr>
              <a:buSzPts val="900"/>
              <a:buFont typeface="Montserrat"/>
              <a:buChar char="●"/>
            </a:pPr>
            <a:r>
              <a:rPr lang="ru-RU" sz="1100" dirty="0">
                <a:ea typeface="Montserrat"/>
                <a:cs typeface="Montserrat"/>
                <a:sym typeface="Montserrat"/>
              </a:rPr>
              <a:t>ТЕКСТ</a:t>
            </a:r>
            <a:endParaRPr lang="ru-RU" sz="1100" dirty="0">
              <a:latin typeface="+mj-lt"/>
              <a:ea typeface="Montserrat"/>
              <a:cs typeface="Montserrat"/>
              <a:sym typeface="Montserrat"/>
            </a:endParaRPr>
          </a:p>
          <a:p>
            <a:pPr marL="450000" indent="-147149">
              <a:buClr>
                <a:srgbClr val="0074BD"/>
              </a:buClr>
              <a:buSzPts val="900"/>
              <a:buFont typeface="Montserrat"/>
              <a:buChar char="●"/>
            </a:pPr>
            <a:endParaRPr lang="ru-RU" sz="1100" dirty="0">
              <a:latin typeface="+mj-lt"/>
              <a:ea typeface="Montserrat"/>
              <a:cs typeface="Montserrat"/>
              <a:sym typeface="Montserrat"/>
            </a:endParaRPr>
          </a:p>
          <a:p>
            <a:pPr marL="450000" indent="-147149">
              <a:buClr>
                <a:srgbClr val="0074BD"/>
              </a:buClr>
              <a:buSzPts val="900"/>
              <a:buFont typeface="Montserrat"/>
              <a:buChar char="●"/>
            </a:pPr>
            <a:r>
              <a:rPr lang="ru-RU" sz="1100" dirty="0">
                <a:ea typeface="Montserrat"/>
                <a:cs typeface="Montserrat"/>
                <a:sym typeface="Montserrat"/>
              </a:rPr>
              <a:t>ТЕКСТ</a:t>
            </a:r>
            <a:endParaRPr lang="ru-RU" sz="1100" b="1" dirty="0">
              <a:solidFill>
                <a:schemeClr val="tx1">
                  <a:lumMod val="65000"/>
                  <a:lumOff val="35000"/>
                </a:schemeClr>
              </a:solidFill>
              <a:latin typeface="+mj-lt"/>
              <a:ea typeface="Montserrat"/>
              <a:cs typeface="Montserrat"/>
              <a:sym typeface="Montserrat"/>
            </a:endParaRPr>
          </a:p>
        </p:txBody>
      </p:sp>
      <p:sp>
        <p:nvSpPr>
          <p:cNvPr id="63" name="Google Shape;157;p17">
            <a:extLst>
              <a:ext uri="{FF2B5EF4-FFF2-40B4-BE49-F238E27FC236}">
                <a16:creationId xmlns:a16="http://schemas.microsoft.com/office/drawing/2014/main" id="{ADE659F1-CA15-4B42-9277-50686A2E957D}"/>
              </a:ext>
            </a:extLst>
          </p:cNvPr>
          <p:cNvSpPr/>
          <p:nvPr/>
        </p:nvSpPr>
        <p:spPr>
          <a:xfrm>
            <a:off x="467646" y="1515026"/>
            <a:ext cx="1189662" cy="562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>
              <a:buSzPts val="1400"/>
            </a:pPr>
            <a:r>
              <a:rPr lang="ru-RU" b="1" dirty="0">
                <a:solidFill>
                  <a:srgbClr val="3C90DC"/>
                </a:solidFill>
                <a:latin typeface="+mj-lt"/>
                <a:ea typeface="Montserrat"/>
                <a:cs typeface="Montserrat"/>
                <a:sym typeface="Montserrat"/>
              </a:rPr>
              <a:t>СПИСОК 1</a:t>
            </a:r>
          </a:p>
        </p:txBody>
      </p:sp>
      <p:sp>
        <p:nvSpPr>
          <p:cNvPr id="67" name="Google Shape;161;p17">
            <a:extLst>
              <a:ext uri="{FF2B5EF4-FFF2-40B4-BE49-F238E27FC236}">
                <a16:creationId xmlns:a16="http://schemas.microsoft.com/office/drawing/2014/main" id="{DD5BA1F2-2DC2-4B6C-9380-866670FC302D}"/>
              </a:ext>
            </a:extLst>
          </p:cNvPr>
          <p:cNvSpPr txBox="1"/>
          <p:nvPr/>
        </p:nvSpPr>
        <p:spPr>
          <a:xfrm>
            <a:off x="4218873" y="2164835"/>
            <a:ext cx="4059092" cy="20466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0000" lvl="0" indent="-147149">
              <a:buClr>
                <a:srgbClr val="0074BD"/>
              </a:buClr>
              <a:buSzPts val="900"/>
              <a:buFont typeface="Montserrat"/>
              <a:buChar char="●"/>
            </a:pPr>
            <a:r>
              <a:rPr lang="ru-RU" sz="1100" dirty="0">
                <a:ea typeface="Montserrat"/>
                <a:cs typeface="Montserrat"/>
                <a:sym typeface="Montserrat"/>
              </a:rPr>
              <a:t>ТЕКСТ</a:t>
            </a:r>
            <a:endParaRPr lang="ru-RU" sz="1100" b="1" dirty="0">
              <a:solidFill>
                <a:schemeClr val="tx1">
                  <a:lumMod val="65000"/>
                  <a:lumOff val="35000"/>
                </a:schemeClr>
              </a:solidFill>
              <a:latin typeface="+mj-lt"/>
              <a:ea typeface="Montserrat"/>
              <a:cs typeface="Montserrat"/>
              <a:sym typeface="Montserrat"/>
            </a:endParaRPr>
          </a:p>
          <a:p>
            <a:pPr marL="450000" lvl="0" indent="-147149">
              <a:buClr>
                <a:srgbClr val="0074BD"/>
              </a:buClr>
              <a:buSzPts val="900"/>
              <a:buFont typeface="Montserrat"/>
              <a:buChar char="●"/>
            </a:pPr>
            <a:endParaRPr lang="ru-RU" sz="1100" dirty="0">
              <a:latin typeface="+mj-lt"/>
              <a:ea typeface="Montserrat"/>
              <a:cs typeface="Montserrat"/>
              <a:sym typeface="Montserrat"/>
            </a:endParaRPr>
          </a:p>
          <a:p>
            <a:pPr marL="450000" lvl="0" indent="-147149">
              <a:buClr>
                <a:srgbClr val="0074BD"/>
              </a:buClr>
              <a:buSzPts val="900"/>
              <a:buFont typeface="Montserrat"/>
              <a:buChar char="●"/>
            </a:pPr>
            <a:r>
              <a:rPr lang="ru-RU" sz="1100" dirty="0">
                <a:ea typeface="Montserrat"/>
                <a:cs typeface="Montserrat"/>
                <a:sym typeface="Montserrat"/>
              </a:rPr>
              <a:t>ТЕКСТ</a:t>
            </a:r>
            <a:br>
              <a:rPr lang="ru-RU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Montserrat"/>
                <a:cs typeface="Montserrat"/>
                <a:sym typeface="Montserrat"/>
              </a:rPr>
            </a:br>
            <a:endParaRPr lang="ru-RU" sz="1100" b="1" dirty="0">
              <a:solidFill>
                <a:schemeClr val="tx1">
                  <a:lumMod val="65000"/>
                  <a:lumOff val="35000"/>
                </a:schemeClr>
              </a:solidFill>
              <a:latin typeface="+mj-lt"/>
              <a:ea typeface="Montserrat"/>
              <a:cs typeface="Montserrat"/>
              <a:sym typeface="Montserrat"/>
            </a:endParaRPr>
          </a:p>
          <a:p>
            <a:pPr marL="450000" lvl="0" indent="-147149">
              <a:buClr>
                <a:srgbClr val="0074BD"/>
              </a:buClr>
              <a:buSzPts val="900"/>
              <a:buFont typeface="Montserrat"/>
              <a:buChar char="●"/>
            </a:pPr>
            <a:r>
              <a:rPr lang="ru-RU" sz="1100" dirty="0">
                <a:ea typeface="Montserrat"/>
                <a:cs typeface="Montserrat"/>
                <a:sym typeface="Montserrat"/>
              </a:rPr>
              <a:t>ТЕКСТ</a:t>
            </a:r>
          </a:p>
          <a:p>
            <a:pPr marL="450000" lvl="0" indent="-147149">
              <a:buClr>
                <a:srgbClr val="0074BD"/>
              </a:buClr>
              <a:buSzPts val="900"/>
              <a:buFont typeface="Montserrat"/>
              <a:buChar char="●"/>
            </a:pPr>
            <a:endParaRPr lang="ru-RU" sz="1100" b="1" dirty="0">
              <a:latin typeface="+mj-lt"/>
              <a:ea typeface="Montserrat"/>
              <a:cs typeface="Montserrat"/>
              <a:sym typeface="Montserrat"/>
            </a:endParaRPr>
          </a:p>
          <a:p>
            <a:pPr marL="450000" lvl="0" indent="-147149">
              <a:buClr>
                <a:srgbClr val="0074BD"/>
              </a:buClr>
              <a:buSzPts val="900"/>
              <a:buFont typeface="Montserrat"/>
              <a:buChar char="●"/>
            </a:pPr>
            <a:r>
              <a:rPr lang="ru-RU" sz="1100" dirty="0">
                <a:ea typeface="Montserrat"/>
                <a:cs typeface="Montserrat"/>
                <a:sym typeface="Montserrat"/>
              </a:rPr>
              <a:t>ТЕКСТ</a:t>
            </a:r>
            <a:br>
              <a:rPr lang="ru-RU" sz="1100" dirty="0">
                <a:latin typeface="+mj-lt"/>
                <a:ea typeface="Montserrat"/>
                <a:cs typeface="Montserrat"/>
                <a:sym typeface="Montserrat"/>
              </a:rPr>
            </a:br>
            <a:endParaRPr lang="ru-RU" sz="1100" dirty="0">
              <a:latin typeface="+mj-lt"/>
              <a:ea typeface="Montserrat"/>
              <a:cs typeface="Montserrat"/>
              <a:sym typeface="Montserrat"/>
            </a:endParaRPr>
          </a:p>
          <a:p>
            <a:pPr marL="450000" lvl="0" indent="-147149">
              <a:buClr>
                <a:srgbClr val="0074BD"/>
              </a:buClr>
              <a:buSzPts val="900"/>
              <a:buFont typeface="Montserrat"/>
              <a:buChar char="●"/>
            </a:pPr>
            <a:r>
              <a:rPr lang="ru-RU" sz="1100" dirty="0">
                <a:ea typeface="Montserrat"/>
                <a:cs typeface="Montserrat"/>
                <a:sym typeface="Montserrat"/>
              </a:rPr>
              <a:t>ТЕКСТ</a:t>
            </a:r>
            <a:endParaRPr lang="ru-RU" sz="1100" b="1" dirty="0">
              <a:solidFill>
                <a:schemeClr val="tx1">
                  <a:lumMod val="65000"/>
                  <a:lumOff val="35000"/>
                </a:schemeClr>
              </a:solidFill>
              <a:latin typeface="+mj-lt"/>
              <a:ea typeface="Montserrat"/>
              <a:cs typeface="Montserrat"/>
              <a:sym typeface="Montserrat"/>
            </a:endParaRPr>
          </a:p>
          <a:p>
            <a:pPr marL="450000" lvl="0" indent="-147149">
              <a:buClr>
                <a:srgbClr val="0074BD"/>
              </a:buClr>
              <a:buSzPts val="900"/>
              <a:buFont typeface="Montserrat"/>
              <a:buChar char="●"/>
            </a:pPr>
            <a:endParaRPr lang="ru-RU" sz="1100" dirty="0">
              <a:latin typeface="+mj-lt"/>
              <a:ea typeface="Montserrat"/>
              <a:cs typeface="Montserrat"/>
              <a:sym typeface="Montserrat"/>
            </a:endParaRPr>
          </a:p>
          <a:p>
            <a:pPr marL="450000" lvl="0" indent="-147149">
              <a:buClr>
                <a:srgbClr val="0074BD"/>
              </a:buClr>
              <a:buSzPts val="900"/>
              <a:buFont typeface="Montserrat"/>
              <a:buChar char="●"/>
            </a:pPr>
            <a:r>
              <a:rPr lang="ru-RU" sz="1100" dirty="0">
                <a:ea typeface="Montserrat"/>
                <a:cs typeface="Montserrat"/>
                <a:sym typeface="Montserrat"/>
              </a:rPr>
              <a:t>ТЕКСТ</a:t>
            </a:r>
            <a:endParaRPr lang="ru-RU" sz="1100" dirty="0">
              <a:latin typeface="+mj-lt"/>
              <a:ea typeface="Montserrat"/>
              <a:cs typeface="Montserrat"/>
              <a:sym typeface="Montserrat"/>
            </a:endParaRPr>
          </a:p>
        </p:txBody>
      </p:sp>
      <p:sp>
        <p:nvSpPr>
          <p:cNvPr id="68" name="Google Shape;157;p17">
            <a:extLst>
              <a:ext uri="{FF2B5EF4-FFF2-40B4-BE49-F238E27FC236}">
                <a16:creationId xmlns:a16="http://schemas.microsoft.com/office/drawing/2014/main" id="{21B4D64B-0AC6-4F87-81EB-71353970C804}"/>
              </a:ext>
            </a:extLst>
          </p:cNvPr>
          <p:cNvSpPr/>
          <p:nvPr/>
        </p:nvSpPr>
        <p:spPr>
          <a:xfrm>
            <a:off x="4652104" y="1510029"/>
            <a:ext cx="2016602" cy="562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>
              <a:buSzPts val="1400"/>
            </a:pPr>
            <a:r>
              <a:rPr lang="ru-RU" b="1" dirty="0">
                <a:solidFill>
                  <a:srgbClr val="3C90DC"/>
                </a:solidFill>
                <a:latin typeface="+mj-lt"/>
                <a:ea typeface="Montserrat"/>
                <a:cs typeface="Montserrat"/>
                <a:sym typeface="Montserrat"/>
              </a:rPr>
              <a:t>СПИСОК 2</a:t>
            </a:r>
          </a:p>
        </p:txBody>
      </p:sp>
      <p:sp>
        <p:nvSpPr>
          <p:cNvPr id="69" name="Google Shape;161;p17">
            <a:extLst>
              <a:ext uri="{FF2B5EF4-FFF2-40B4-BE49-F238E27FC236}">
                <a16:creationId xmlns:a16="http://schemas.microsoft.com/office/drawing/2014/main" id="{9B8EB0CD-8DD3-4F4B-B70C-A8BB84E9DF3C}"/>
              </a:ext>
            </a:extLst>
          </p:cNvPr>
          <p:cNvSpPr txBox="1"/>
          <p:nvPr/>
        </p:nvSpPr>
        <p:spPr>
          <a:xfrm>
            <a:off x="8667571" y="2169833"/>
            <a:ext cx="3449874" cy="135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34999" lvl="0" indent="-147149">
              <a:spcBef>
                <a:spcPts val="500"/>
              </a:spcBef>
              <a:buClr>
                <a:srgbClr val="0074BD"/>
              </a:buClr>
              <a:buSzPts val="900"/>
              <a:buFont typeface="Montserrat"/>
              <a:buChar char="●"/>
            </a:pPr>
            <a:r>
              <a:rPr lang="ru-RU" sz="1100" dirty="0">
                <a:ea typeface="Montserrat"/>
                <a:cs typeface="Montserrat"/>
                <a:sym typeface="Montserrat"/>
              </a:rPr>
              <a:t>ТЕКСТ </a:t>
            </a:r>
          </a:p>
          <a:p>
            <a:pPr marL="134999" lvl="0" indent="-147149">
              <a:spcBef>
                <a:spcPts val="500"/>
              </a:spcBef>
              <a:buClr>
                <a:srgbClr val="0074BD"/>
              </a:buClr>
              <a:buSzPts val="900"/>
              <a:buFont typeface="Montserrat"/>
              <a:buChar char="●"/>
            </a:pPr>
            <a:r>
              <a:rPr lang="ru-RU" sz="1100" dirty="0">
                <a:ea typeface="Montserrat"/>
                <a:cs typeface="Montserrat"/>
                <a:sym typeface="Montserrat"/>
              </a:rPr>
              <a:t>ТЕКСТ </a:t>
            </a:r>
          </a:p>
          <a:p>
            <a:pPr marL="134999" lvl="0" indent="-147149">
              <a:spcBef>
                <a:spcPts val="500"/>
              </a:spcBef>
              <a:buClr>
                <a:srgbClr val="0074BD"/>
              </a:buClr>
              <a:buSzPts val="900"/>
              <a:buFont typeface="Montserrat"/>
              <a:buChar char="●"/>
            </a:pPr>
            <a:r>
              <a:rPr lang="ru-RU" sz="1100" dirty="0">
                <a:ea typeface="Montserrat"/>
                <a:cs typeface="Montserrat"/>
                <a:sym typeface="Montserrat"/>
              </a:rPr>
              <a:t>ТЕКСТ </a:t>
            </a:r>
          </a:p>
          <a:p>
            <a:pPr marL="134999" lvl="0" indent="-147149">
              <a:spcBef>
                <a:spcPts val="500"/>
              </a:spcBef>
              <a:buClr>
                <a:srgbClr val="0074BD"/>
              </a:buClr>
              <a:buSzPts val="900"/>
              <a:buFont typeface="Montserrat"/>
              <a:buChar char="●"/>
            </a:pPr>
            <a:r>
              <a:rPr lang="ru-RU" sz="1100" dirty="0">
                <a:ea typeface="Montserrat"/>
                <a:cs typeface="Montserrat"/>
                <a:sym typeface="Montserrat"/>
              </a:rPr>
              <a:t>ТЕКСТ </a:t>
            </a:r>
          </a:p>
          <a:p>
            <a:pPr marL="134999" lvl="0" indent="-147149">
              <a:spcBef>
                <a:spcPts val="500"/>
              </a:spcBef>
              <a:buClr>
                <a:srgbClr val="0074BD"/>
              </a:buClr>
              <a:buSzPts val="900"/>
              <a:buFont typeface="Montserrat"/>
              <a:buChar char="●"/>
            </a:pPr>
            <a:r>
              <a:rPr lang="ru-RU" sz="1100" dirty="0">
                <a:ea typeface="Montserrat"/>
                <a:cs typeface="Montserrat"/>
                <a:sym typeface="Montserrat"/>
              </a:rPr>
              <a:t>ТЕКСТ</a:t>
            </a:r>
            <a:endParaRPr lang="ru-RU" sz="1100" dirty="0">
              <a:latin typeface="+mj-lt"/>
              <a:ea typeface="Montserrat"/>
              <a:cs typeface="Montserrat"/>
              <a:sym typeface="Montserrat"/>
            </a:endParaRPr>
          </a:p>
        </p:txBody>
      </p:sp>
      <p:sp>
        <p:nvSpPr>
          <p:cNvPr id="70" name="Google Shape;157;p17">
            <a:extLst>
              <a:ext uri="{FF2B5EF4-FFF2-40B4-BE49-F238E27FC236}">
                <a16:creationId xmlns:a16="http://schemas.microsoft.com/office/drawing/2014/main" id="{3D12F937-9C22-4BED-9CAA-705702170CA2}"/>
              </a:ext>
            </a:extLst>
          </p:cNvPr>
          <p:cNvSpPr/>
          <p:nvPr/>
        </p:nvSpPr>
        <p:spPr>
          <a:xfrm>
            <a:off x="8667569" y="1515026"/>
            <a:ext cx="2016602" cy="562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>
              <a:buSzPts val="1400"/>
            </a:pPr>
            <a:r>
              <a:rPr lang="ru-RU" b="1" dirty="0">
                <a:solidFill>
                  <a:srgbClr val="3C90DC"/>
                </a:solidFill>
                <a:latin typeface="+mj-lt"/>
                <a:ea typeface="Montserrat"/>
                <a:cs typeface="Montserrat"/>
                <a:sym typeface="Montserrat"/>
              </a:rPr>
              <a:t>СПИСОК 3</a:t>
            </a:r>
          </a:p>
        </p:txBody>
      </p:sp>
      <p:cxnSp>
        <p:nvCxnSpPr>
          <p:cNvPr id="71" name="Google Shape;125;p16">
            <a:extLst>
              <a:ext uri="{FF2B5EF4-FFF2-40B4-BE49-F238E27FC236}">
                <a16:creationId xmlns:a16="http://schemas.microsoft.com/office/drawing/2014/main" id="{0055BC47-01BF-4272-8F0A-423B580A7F8B}"/>
              </a:ext>
            </a:extLst>
          </p:cNvPr>
          <p:cNvCxnSpPr/>
          <p:nvPr/>
        </p:nvCxnSpPr>
        <p:spPr>
          <a:xfrm>
            <a:off x="4230432" y="1598258"/>
            <a:ext cx="0" cy="4882885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72" name="Google Shape;125;p16">
            <a:extLst>
              <a:ext uri="{FF2B5EF4-FFF2-40B4-BE49-F238E27FC236}">
                <a16:creationId xmlns:a16="http://schemas.microsoft.com/office/drawing/2014/main" id="{D8AEA8C7-3B7A-47BA-B419-917607CA18D7}"/>
              </a:ext>
            </a:extLst>
          </p:cNvPr>
          <p:cNvCxnSpPr/>
          <p:nvPr/>
        </p:nvCxnSpPr>
        <p:spPr>
          <a:xfrm>
            <a:off x="8126356" y="1598258"/>
            <a:ext cx="0" cy="4882885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3" name="Google Shape;106;p15">
            <a:extLst>
              <a:ext uri="{FF2B5EF4-FFF2-40B4-BE49-F238E27FC236}">
                <a16:creationId xmlns:a16="http://schemas.microsoft.com/office/drawing/2014/main" id="{14DEBD38-B6B4-479C-1AD7-5AD1B6507503}"/>
              </a:ext>
            </a:extLst>
          </p:cNvPr>
          <p:cNvSpPr txBox="1">
            <a:spLocks/>
          </p:cNvSpPr>
          <p:nvPr/>
        </p:nvSpPr>
        <p:spPr>
          <a:xfrm>
            <a:off x="11736659" y="6481143"/>
            <a:ext cx="442537" cy="3768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850" tIns="36425" rIns="72850" bIns="36425" anchor="ctr" anchorCtr="0">
            <a:normAutofit fontScale="6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r>
              <a:rPr lang="ru" sz="1000" dirty="0">
                <a:latin typeface="+mj-lt"/>
                <a:ea typeface="Montserrat"/>
                <a:cs typeface="Montserrat"/>
                <a:sym typeface="Montserrat"/>
              </a:rPr>
              <a:t>НОМЕР СТРАНИЦЫ</a:t>
            </a: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2A64D1C6-2CFC-2218-6BEA-4F8D7C578947}"/>
              </a:ext>
            </a:extLst>
          </p:cNvPr>
          <p:cNvGrpSpPr/>
          <p:nvPr/>
        </p:nvGrpSpPr>
        <p:grpSpPr>
          <a:xfrm>
            <a:off x="11330354" y="6107172"/>
            <a:ext cx="513035" cy="513034"/>
            <a:chOff x="1261434" y="1228635"/>
            <a:chExt cx="937667" cy="937666"/>
          </a:xfrm>
        </p:grpSpPr>
        <p:sp>
          <p:nvSpPr>
            <p:cNvPr id="5" name="Овал 4">
              <a:extLst>
                <a:ext uri="{FF2B5EF4-FFF2-40B4-BE49-F238E27FC236}">
                  <a16:creationId xmlns:a16="http://schemas.microsoft.com/office/drawing/2014/main" id="{2AF412E6-5509-1405-5505-95C2945B36F8}"/>
                </a:ext>
              </a:extLst>
            </p:cNvPr>
            <p:cNvSpPr/>
            <p:nvPr/>
          </p:nvSpPr>
          <p:spPr>
            <a:xfrm>
              <a:off x="1261434" y="1228635"/>
              <a:ext cx="937667" cy="937666"/>
            </a:xfrm>
            <a:prstGeom prst="ellipse">
              <a:avLst/>
            </a:prstGeom>
            <a:solidFill>
              <a:srgbClr val="699BC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6" name="Рисунок 5">
              <a:extLst>
                <a:ext uri="{FF2B5EF4-FFF2-40B4-BE49-F238E27FC236}">
                  <a16:creationId xmlns:a16="http://schemas.microsoft.com/office/drawing/2014/main" id="{6191CB95-3445-0798-9AF9-EE9326C5314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" r="66639" b="1303"/>
            <a:stretch/>
          </p:blipFill>
          <p:spPr>
            <a:xfrm>
              <a:off x="1567979" y="1399380"/>
              <a:ext cx="324578" cy="596177"/>
            </a:xfrm>
            <a:prstGeom prst="rect">
              <a:avLst/>
            </a:prstGeom>
          </p:spPr>
        </p:pic>
      </p:grpSp>
      <p:sp>
        <p:nvSpPr>
          <p:cNvPr id="7" name="Google Shape;207;p30">
            <a:extLst>
              <a:ext uri="{FF2B5EF4-FFF2-40B4-BE49-F238E27FC236}">
                <a16:creationId xmlns:a16="http://schemas.microsoft.com/office/drawing/2014/main" id="{36F81847-D5C8-E084-D991-D3A81E1B6852}"/>
              </a:ext>
            </a:extLst>
          </p:cNvPr>
          <p:cNvSpPr txBox="1"/>
          <p:nvPr/>
        </p:nvSpPr>
        <p:spPr>
          <a:xfrm>
            <a:off x="581846" y="6149789"/>
            <a:ext cx="1991892" cy="376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indent="0"/>
            <a:r>
              <a:rPr lang="ru" sz="1000" i="1" dirty="0">
                <a:solidFill>
                  <a:srgbClr val="001A72"/>
                </a:solidFill>
                <a:sym typeface="Arial Narrow"/>
              </a:rPr>
              <a:t>Институт математики </a:t>
            </a:r>
            <a:br>
              <a:rPr lang="ru" sz="1000" i="1" dirty="0">
                <a:solidFill>
                  <a:srgbClr val="001A72"/>
                </a:solidFill>
                <a:sym typeface="Arial Narrow"/>
              </a:rPr>
            </a:br>
            <a:r>
              <a:rPr lang="ru" sz="1000" i="1" dirty="0">
                <a:solidFill>
                  <a:srgbClr val="001A72"/>
                </a:solidFill>
                <a:sym typeface="Arial Narrow"/>
              </a:rPr>
              <a:t>и компьютерных технологий</a:t>
            </a:r>
          </a:p>
        </p:txBody>
      </p:sp>
      <p:pic>
        <p:nvPicPr>
          <p:cNvPr id="8" name="Google Shape;209;p30">
            <a:extLst>
              <a:ext uri="{FF2B5EF4-FFF2-40B4-BE49-F238E27FC236}">
                <a16:creationId xmlns:a16="http://schemas.microsoft.com/office/drawing/2014/main" id="{B9E6E6A1-9C0E-3AE9-8076-C077120140B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31345" y="6193536"/>
            <a:ext cx="302210" cy="29760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660172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183;p17">
            <a:extLst>
              <a:ext uri="{FF2B5EF4-FFF2-40B4-BE49-F238E27FC236}">
                <a16:creationId xmlns:a16="http://schemas.microsoft.com/office/drawing/2014/main" id="{41490EAB-5150-4794-AC04-C2E6F6A70238}"/>
              </a:ext>
            </a:extLst>
          </p:cNvPr>
          <p:cNvSpPr/>
          <p:nvPr/>
        </p:nvSpPr>
        <p:spPr>
          <a:xfrm>
            <a:off x="0" y="1677444"/>
            <a:ext cx="2199265" cy="548466"/>
          </a:xfrm>
          <a:custGeom>
            <a:avLst/>
            <a:gdLst>
              <a:gd name="connsiteX0" fmla="*/ 0 w 1645921"/>
              <a:gd name="connsiteY0" fmla="*/ 0 h 391481"/>
              <a:gd name="connsiteX1" fmla="*/ 1450181 w 1645921"/>
              <a:gd name="connsiteY1" fmla="*/ 0 h 391481"/>
              <a:gd name="connsiteX2" fmla="*/ 1645921 w 1645921"/>
              <a:gd name="connsiteY2" fmla="*/ 195741 h 391481"/>
              <a:gd name="connsiteX3" fmla="*/ 1450181 w 1645921"/>
              <a:gd name="connsiteY3" fmla="*/ 391481 h 391481"/>
              <a:gd name="connsiteX4" fmla="*/ 0 w 1645921"/>
              <a:gd name="connsiteY4" fmla="*/ 391481 h 391481"/>
              <a:gd name="connsiteX5" fmla="*/ 195741 w 1645921"/>
              <a:gd name="connsiteY5" fmla="*/ 195741 h 391481"/>
              <a:gd name="connsiteX6" fmla="*/ 0 w 1645921"/>
              <a:gd name="connsiteY6" fmla="*/ 0 h 391481"/>
              <a:gd name="connsiteX0" fmla="*/ 17619 w 1663540"/>
              <a:gd name="connsiteY0" fmla="*/ 0 h 391481"/>
              <a:gd name="connsiteX1" fmla="*/ 1467800 w 1663540"/>
              <a:gd name="connsiteY1" fmla="*/ 0 h 391481"/>
              <a:gd name="connsiteX2" fmla="*/ 1663540 w 1663540"/>
              <a:gd name="connsiteY2" fmla="*/ 195741 h 391481"/>
              <a:gd name="connsiteX3" fmla="*/ 1467800 w 1663540"/>
              <a:gd name="connsiteY3" fmla="*/ 391481 h 391481"/>
              <a:gd name="connsiteX4" fmla="*/ 17619 w 1663540"/>
              <a:gd name="connsiteY4" fmla="*/ 391481 h 391481"/>
              <a:gd name="connsiteX5" fmla="*/ 0 w 1663540"/>
              <a:gd name="connsiteY5" fmla="*/ 195741 h 391481"/>
              <a:gd name="connsiteX6" fmla="*/ 17619 w 1663540"/>
              <a:gd name="connsiteY6" fmla="*/ 0 h 391481"/>
              <a:gd name="connsiteX0" fmla="*/ 0 w 1645921"/>
              <a:gd name="connsiteY0" fmla="*/ 0 h 391481"/>
              <a:gd name="connsiteX1" fmla="*/ 1450181 w 1645921"/>
              <a:gd name="connsiteY1" fmla="*/ 0 h 391481"/>
              <a:gd name="connsiteX2" fmla="*/ 1645921 w 1645921"/>
              <a:gd name="connsiteY2" fmla="*/ 195741 h 391481"/>
              <a:gd name="connsiteX3" fmla="*/ 1450181 w 1645921"/>
              <a:gd name="connsiteY3" fmla="*/ 391481 h 391481"/>
              <a:gd name="connsiteX4" fmla="*/ 0 w 1645921"/>
              <a:gd name="connsiteY4" fmla="*/ 391481 h 391481"/>
              <a:gd name="connsiteX5" fmla="*/ 71281 w 1645921"/>
              <a:gd name="connsiteY5" fmla="*/ 192566 h 391481"/>
              <a:gd name="connsiteX6" fmla="*/ 0 w 1645921"/>
              <a:gd name="connsiteY6" fmla="*/ 0 h 391481"/>
              <a:gd name="connsiteX0" fmla="*/ 1744 w 1647665"/>
              <a:gd name="connsiteY0" fmla="*/ 0 h 391481"/>
              <a:gd name="connsiteX1" fmla="*/ 1451925 w 1647665"/>
              <a:gd name="connsiteY1" fmla="*/ 0 h 391481"/>
              <a:gd name="connsiteX2" fmla="*/ 1647665 w 1647665"/>
              <a:gd name="connsiteY2" fmla="*/ 195741 h 391481"/>
              <a:gd name="connsiteX3" fmla="*/ 1451925 w 1647665"/>
              <a:gd name="connsiteY3" fmla="*/ 391481 h 391481"/>
              <a:gd name="connsiteX4" fmla="*/ 1744 w 1647665"/>
              <a:gd name="connsiteY4" fmla="*/ 391481 h 391481"/>
              <a:gd name="connsiteX5" fmla="*/ 0 w 1647665"/>
              <a:gd name="connsiteY5" fmla="*/ 189391 h 391481"/>
              <a:gd name="connsiteX6" fmla="*/ 1744 w 1647665"/>
              <a:gd name="connsiteY6" fmla="*/ 0 h 3914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47665" h="391481">
                <a:moveTo>
                  <a:pt x="1744" y="0"/>
                </a:moveTo>
                <a:lnTo>
                  <a:pt x="1451925" y="0"/>
                </a:lnTo>
                <a:lnTo>
                  <a:pt x="1647665" y="195741"/>
                </a:lnTo>
                <a:lnTo>
                  <a:pt x="1451925" y="391481"/>
                </a:lnTo>
                <a:lnTo>
                  <a:pt x="1744" y="391481"/>
                </a:lnTo>
                <a:cubicBezTo>
                  <a:pt x="1163" y="324118"/>
                  <a:pt x="581" y="256754"/>
                  <a:pt x="0" y="189391"/>
                </a:cubicBezTo>
                <a:cubicBezTo>
                  <a:pt x="581" y="126261"/>
                  <a:pt x="1163" y="63130"/>
                  <a:pt x="1744" y="0"/>
                </a:cubicBezTo>
                <a:close/>
              </a:path>
            </a:pathLst>
          </a:custGeom>
          <a:solidFill>
            <a:srgbClr val="699BC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000" b="1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ПРОЕКТ </a:t>
            </a:r>
          </a:p>
        </p:txBody>
      </p:sp>
      <p:sp>
        <p:nvSpPr>
          <p:cNvPr id="89" name="Google Shape;184;p17">
            <a:extLst>
              <a:ext uri="{FF2B5EF4-FFF2-40B4-BE49-F238E27FC236}">
                <a16:creationId xmlns:a16="http://schemas.microsoft.com/office/drawing/2014/main" id="{4708AB55-65C0-4459-A2C9-0FE2CA4653B9}"/>
              </a:ext>
            </a:extLst>
          </p:cNvPr>
          <p:cNvSpPr/>
          <p:nvPr/>
        </p:nvSpPr>
        <p:spPr>
          <a:xfrm>
            <a:off x="8666342" y="1684361"/>
            <a:ext cx="2063455" cy="548465"/>
          </a:xfrm>
          <a:prstGeom prst="chevron">
            <a:avLst>
              <a:gd name="adj" fmla="val 50000"/>
            </a:avLst>
          </a:prstGeom>
          <a:solidFill>
            <a:srgbClr val="D0E0E3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Слово 5</a:t>
            </a:r>
            <a:endParaRPr lang="ru-RU" sz="1800" dirty="0"/>
          </a:p>
        </p:txBody>
      </p:sp>
      <p:sp>
        <p:nvSpPr>
          <p:cNvPr id="90" name="Google Shape;185;p17">
            <a:extLst>
              <a:ext uri="{FF2B5EF4-FFF2-40B4-BE49-F238E27FC236}">
                <a16:creationId xmlns:a16="http://schemas.microsoft.com/office/drawing/2014/main" id="{E11456A8-8F56-4125-8C6D-41C3D2F03D2E}"/>
              </a:ext>
            </a:extLst>
          </p:cNvPr>
          <p:cNvSpPr txBox="1"/>
          <p:nvPr/>
        </p:nvSpPr>
        <p:spPr>
          <a:xfrm>
            <a:off x="11192260" y="1645185"/>
            <a:ext cx="1074762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 dirty="0">
                <a:latin typeface="Montserrat"/>
                <a:ea typeface="Montserrat"/>
                <a:cs typeface="Montserrat"/>
                <a:sym typeface="Montserrat"/>
              </a:rPr>
              <a:t>глобальные рынки</a:t>
            </a:r>
            <a:endParaRPr sz="1000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6" name="Google Shape;189;p17">
            <a:extLst>
              <a:ext uri="{FF2B5EF4-FFF2-40B4-BE49-F238E27FC236}">
                <a16:creationId xmlns:a16="http://schemas.microsoft.com/office/drawing/2014/main" id="{DBCB4C86-74B2-4404-AB28-075B6BC508AA}"/>
              </a:ext>
            </a:extLst>
          </p:cNvPr>
          <p:cNvSpPr/>
          <p:nvPr/>
        </p:nvSpPr>
        <p:spPr>
          <a:xfrm>
            <a:off x="2086595" y="1684361"/>
            <a:ext cx="1446364" cy="548465"/>
          </a:xfrm>
          <a:prstGeom prst="chevron">
            <a:avLst>
              <a:gd name="adj" fmla="val 50000"/>
            </a:avLst>
          </a:prstGeom>
          <a:solidFill>
            <a:srgbClr val="DDEBF7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С</a:t>
            </a:r>
            <a:r>
              <a:rPr lang="ru" sz="10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лово 1</a:t>
            </a:r>
            <a:endParaRPr sz="1800" dirty="0"/>
          </a:p>
        </p:txBody>
      </p:sp>
      <p:sp>
        <p:nvSpPr>
          <p:cNvPr id="97" name="Google Shape;190;p17">
            <a:extLst>
              <a:ext uri="{FF2B5EF4-FFF2-40B4-BE49-F238E27FC236}">
                <a16:creationId xmlns:a16="http://schemas.microsoft.com/office/drawing/2014/main" id="{1025D6D4-ECDF-4C88-8170-4452C10A2D19}"/>
              </a:ext>
            </a:extLst>
          </p:cNvPr>
          <p:cNvSpPr/>
          <p:nvPr/>
        </p:nvSpPr>
        <p:spPr>
          <a:xfrm>
            <a:off x="3459474" y="1684361"/>
            <a:ext cx="1847998" cy="548465"/>
          </a:xfrm>
          <a:prstGeom prst="chevron">
            <a:avLst>
              <a:gd name="adj" fmla="val 50000"/>
            </a:avLst>
          </a:prstGeom>
          <a:solidFill>
            <a:srgbClr val="DDEBF7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Слово 2</a:t>
            </a:r>
            <a:endParaRPr lang="ru-RU" sz="1800" dirty="0"/>
          </a:p>
        </p:txBody>
      </p:sp>
      <p:sp>
        <p:nvSpPr>
          <p:cNvPr id="98" name="Google Shape;191;p17">
            <a:extLst>
              <a:ext uri="{FF2B5EF4-FFF2-40B4-BE49-F238E27FC236}">
                <a16:creationId xmlns:a16="http://schemas.microsoft.com/office/drawing/2014/main" id="{56E9A9FC-A831-48E5-B09C-C77026814369}"/>
              </a:ext>
            </a:extLst>
          </p:cNvPr>
          <p:cNvSpPr/>
          <p:nvPr/>
        </p:nvSpPr>
        <p:spPr>
          <a:xfrm>
            <a:off x="5218976" y="1684361"/>
            <a:ext cx="1947706" cy="548465"/>
          </a:xfrm>
          <a:prstGeom prst="chevron">
            <a:avLst>
              <a:gd name="adj" fmla="val 50000"/>
            </a:avLst>
          </a:prstGeom>
          <a:solidFill>
            <a:srgbClr val="D8E6F0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Слово 3</a:t>
            </a:r>
            <a:endParaRPr lang="ru-RU" sz="1800" dirty="0"/>
          </a:p>
        </p:txBody>
      </p:sp>
      <p:sp>
        <p:nvSpPr>
          <p:cNvPr id="99" name="Google Shape;192;p17">
            <a:extLst>
              <a:ext uri="{FF2B5EF4-FFF2-40B4-BE49-F238E27FC236}">
                <a16:creationId xmlns:a16="http://schemas.microsoft.com/office/drawing/2014/main" id="{58D61E29-2B7B-4999-8039-41B7A1245DF9}"/>
              </a:ext>
            </a:extLst>
          </p:cNvPr>
          <p:cNvSpPr/>
          <p:nvPr/>
        </p:nvSpPr>
        <p:spPr>
          <a:xfrm>
            <a:off x="7096074" y="1677445"/>
            <a:ext cx="1651386" cy="548465"/>
          </a:xfrm>
          <a:prstGeom prst="chevron">
            <a:avLst>
              <a:gd name="adj" fmla="val 50000"/>
            </a:avLst>
          </a:prstGeom>
          <a:solidFill>
            <a:srgbClr val="DBE7E9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Слово  4</a:t>
            </a:r>
            <a:endParaRPr lang="ru-RU" sz="1800" dirty="0"/>
          </a:p>
        </p:txBody>
      </p:sp>
      <p:sp>
        <p:nvSpPr>
          <p:cNvPr id="114" name="Google Shape;184;p17">
            <a:extLst>
              <a:ext uri="{FF2B5EF4-FFF2-40B4-BE49-F238E27FC236}">
                <a16:creationId xmlns:a16="http://schemas.microsoft.com/office/drawing/2014/main" id="{0F8FDDA1-4ACA-48C9-8419-BF35331404AC}"/>
              </a:ext>
            </a:extLst>
          </p:cNvPr>
          <p:cNvSpPr/>
          <p:nvPr/>
        </p:nvSpPr>
        <p:spPr>
          <a:xfrm>
            <a:off x="10627257" y="1685937"/>
            <a:ext cx="1581582" cy="548465"/>
          </a:xfrm>
          <a:custGeom>
            <a:avLst/>
            <a:gdLst>
              <a:gd name="connsiteX0" fmla="*/ 0 w 1545918"/>
              <a:gd name="connsiteY0" fmla="*/ 0 h 410904"/>
              <a:gd name="connsiteX1" fmla="*/ 1340466 w 1545918"/>
              <a:gd name="connsiteY1" fmla="*/ 0 h 410904"/>
              <a:gd name="connsiteX2" fmla="*/ 1545918 w 1545918"/>
              <a:gd name="connsiteY2" fmla="*/ 205452 h 410904"/>
              <a:gd name="connsiteX3" fmla="*/ 1340466 w 1545918"/>
              <a:gd name="connsiteY3" fmla="*/ 410904 h 410904"/>
              <a:gd name="connsiteX4" fmla="*/ 0 w 1545918"/>
              <a:gd name="connsiteY4" fmla="*/ 410904 h 410904"/>
              <a:gd name="connsiteX5" fmla="*/ 205452 w 1545918"/>
              <a:gd name="connsiteY5" fmla="*/ 205452 h 410904"/>
              <a:gd name="connsiteX6" fmla="*/ 0 w 1545918"/>
              <a:gd name="connsiteY6" fmla="*/ 0 h 410904"/>
              <a:gd name="connsiteX0" fmla="*/ 0 w 1340466"/>
              <a:gd name="connsiteY0" fmla="*/ 0 h 410904"/>
              <a:gd name="connsiteX1" fmla="*/ 1340466 w 1340466"/>
              <a:gd name="connsiteY1" fmla="*/ 0 h 410904"/>
              <a:gd name="connsiteX2" fmla="*/ 1146524 w 1340466"/>
              <a:gd name="connsiteY2" fmla="*/ 205452 h 410904"/>
              <a:gd name="connsiteX3" fmla="*/ 1340466 w 1340466"/>
              <a:gd name="connsiteY3" fmla="*/ 410904 h 410904"/>
              <a:gd name="connsiteX4" fmla="*/ 0 w 1340466"/>
              <a:gd name="connsiteY4" fmla="*/ 410904 h 410904"/>
              <a:gd name="connsiteX5" fmla="*/ 205452 w 1340466"/>
              <a:gd name="connsiteY5" fmla="*/ 205452 h 410904"/>
              <a:gd name="connsiteX6" fmla="*/ 0 w 1340466"/>
              <a:gd name="connsiteY6" fmla="*/ 0 h 410904"/>
              <a:gd name="connsiteX0" fmla="*/ 0 w 1340466"/>
              <a:gd name="connsiteY0" fmla="*/ 0 h 410904"/>
              <a:gd name="connsiteX1" fmla="*/ 1340466 w 1340466"/>
              <a:gd name="connsiteY1" fmla="*/ 0 h 410904"/>
              <a:gd name="connsiteX2" fmla="*/ 1178274 w 1340466"/>
              <a:gd name="connsiteY2" fmla="*/ 208627 h 410904"/>
              <a:gd name="connsiteX3" fmla="*/ 1340466 w 1340466"/>
              <a:gd name="connsiteY3" fmla="*/ 410904 h 410904"/>
              <a:gd name="connsiteX4" fmla="*/ 0 w 1340466"/>
              <a:gd name="connsiteY4" fmla="*/ 410904 h 410904"/>
              <a:gd name="connsiteX5" fmla="*/ 205452 w 1340466"/>
              <a:gd name="connsiteY5" fmla="*/ 205452 h 410904"/>
              <a:gd name="connsiteX6" fmla="*/ 0 w 1340466"/>
              <a:gd name="connsiteY6" fmla="*/ 0 h 410904"/>
              <a:gd name="connsiteX0" fmla="*/ 0 w 1340466"/>
              <a:gd name="connsiteY0" fmla="*/ 0 h 410904"/>
              <a:gd name="connsiteX1" fmla="*/ 1181716 w 1340466"/>
              <a:gd name="connsiteY1" fmla="*/ 3175 h 410904"/>
              <a:gd name="connsiteX2" fmla="*/ 1178274 w 1340466"/>
              <a:gd name="connsiteY2" fmla="*/ 208627 h 410904"/>
              <a:gd name="connsiteX3" fmla="*/ 1340466 w 1340466"/>
              <a:gd name="connsiteY3" fmla="*/ 410904 h 410904"/>
              <a:gd name="connsiteX4" fmla="*/ 0 w 1340466"/>
              <a:gd name="connsiteY4" fmla="*/ 410904 h 410904"/>
              <a:gd name="connsiteX5" fmla="*/ 205452 w 1340466"/>
              <a:gd name="connsiteY5" fmla="*/ 205452 h 410904"/>
              <a:gd name="connsiteX6" fmla="*/ 0 w 1340466"/>
              <a:gd name="connsiteY6" fmla="*/ 0 h 410904"/>
              <a:gd name="connsiteX0" fmla="*/ 0 w 1184891"/>
              <a:gd name="connsiteY0" fmla="*/ 0 h 410904"/>
              <a:gd name="connsiteX1" fmla="*/ 1181716 w 1184891"/>
              <a:gd name="connsiteY1" fmla="*/ 3175 h 410904"/>
              <a:gd name="connsiteX2" fmla="*/ 1178274 w 1184891"/>
              <a:gd name="connsiteY2" fmla="*/ 208627 h 410904"/>
              <a:gd name="connsiteX3" fmla="*/ 1184891 w 1184891"/>
              <a:gd name="connsiteY3" fmla="*/ 410904 h 410904"/>
              <a:gd name="connsiteX4" fmla="*/ 0 w 1184891"/>
              <a:gd name="connsiteY4" fmla="*/ 410904 h 410904"/>
              <a:gd name="connsiteX5" fmla="*/ 205452 w 1184891"/>
              <a:gd name="connsiteY5" fmla="*/ 205452 h 410904"/>
              <a:gd name="connsiteX6" fmla="*/ 0 w 1184891"/>
              <a:gd name="connsiteY6" fmla="*/ 0 h 410904"/>
              <a:gd name="connsiteX0" fmla="*/ 0 w 1264010"/>
              <a:gd name="connsiteY0" fmla="*/ 0 h 410904"/>
              <a:gd name="connsiteX1" fmla="*/ 1181716 w 1264010"/>
              <a:gd name="connsiteY1" fmla="*/ 3175 h 410904"/>
              <a:gd name="connsiteX2" fmla="*/ 1263999 w 1264010"/>
              <a:gd name="connsiteY2" fmla="*/ 208627 h 410904"/>
              <a:gd name="connsiteX3" fmla="*/ 1184891 w 1264010"/>
              <a:gd name="connsiteY3" fmla="*/ 410904 h 410904"/>
              <a:gd name="connsiteX4" fmla="*/ 0 w 1264010"/>
              <a:gd name="connsiteY4" fmla="*/ 410904 h 410904"/>
              <a:gd name="connsiteX5" fmla="*/ 205452 w 1264010"/>
              <a:gd name="connsiteY5" fmla="*/ 205452 h 410904"/>
              <a:gd name="connsiteX6" fmla="*/ 0 w 1264010"/>
              <a:gd name="connsiteY6" fmla="*/ 0 h 410904"/>
              <a:gd name="connsiteX0" fmla="*/ 0 w 1184891"/>
              <a:gd name="connsiteY0" fmla="*/ 0 h 410904"/>
              <a:gd name="connsiteX1" fmla="*/ 1181716 w 1184891"/>
              <a:gd name="connsiteY1" fmla="*/ 3175 h 410904"/>
              <a:gd name="connsiteX2" fmla="*/ 1184624 w 1184891"/>
              <a:gd name="connsiteY2" fmla="*/ 208627 h 410904"/>
              <a:gd name="connsiteX3" fmla="*/ 1184891 w 1184891"/>
              <a:gd name="connsiteY3" fmla="*/ 410904 h 410904"/>
              <a:gd name="connsiteX4" fmla="*/ 0 w 1184891"/>
              <a:gd name="connsiteY4" fmla="*/ 410904 h 410904"/>
              <a:gd name="connsiteX5" fmla="*/ 205452 w 1184891"/>
              <a:gd name="connsiteY5" fmla="*/ 205452 h 410904"/>
              <a:gd name="connsiteX6" fmla="*/ 0 w 1184891"/>
              <a:gd name="connsiteY6" fmla="*/ 0 h 410904"/>
              <a:gd name="connsiteX0" fmla="*/ 0 w 1184891"/>
              <a:gd name="connsiteY0" fmla="*/ 0 h 410904"/>
              <a:gd name="connsiteX1" fmla="*/ 1181716 w 1184891"/>
              <a:gd name="connsiteY1" fmla="*/ 3175 h 410904"/>
              <a:gd name="connsiteX2" fmla="*/ 1184624 w 1184891"/>
              <a:gd name="connsiteY2" fmla="*/ 208627 h 410904"/>
              <a:gd name="connsiteX3" fmla="*/ 1184891 w 1184891"/>
              <a:gd name="connsiteY3" fmla="*/ 410904 h 410904"/>
              <a:gd name="connsiteX4" fmla="*/ 0 w 1184891"/>
              <a:gd name="connsiteY4" fmla="*/ 410904 h 410904"/>
              <a:gd name="connsiteX5" fmla="*/ 205452 w 1184891"/>
              <a:gd name="connsiteY5" fmla="*/ 205452 h 410904"/>
              <a:gd name="connsiteX6" fmla="*/ 0 w 1184891"/>
              <a:gd name="connsiteY6" fmla="*/ 0 h 410904"/>
              <a:gd name="connsiteX0" fmla="*/ 0 w 1210291"/>
              <a:gd name="connsiteY0" fmla="*/ 0 h 410904"/>
              <a:gd name="connsiteX1" fmla="*/ 1210291 w 1210291"/>
              <a:gd name="connsiteY1" fmla="*/ 3175 h 410904"/>
              <a:gd name="connsiteX2" fmla="*/ 1184624 w 1210291"/>
              <a:gd name="connsiteY2" fmla="*/ 208627 h 410904"/>
              <a:gd name="connsiteX3" fmla="*/ 1184891 w 1210291"/>
              <a:gd name="connsiteY3" fmla="*/ 410904 h 410904"/>
              <a:gd name="connsiteX4" fmla="*/ 0 w 1210291"/>
              <a:gd name="connsiteY4" fmla="*/ 410904 h 410904"/>
              <a:gd name="connsiteX5" fmla="*/ 205452 w 1210291"/>
              <a:gd name="connsiteY5" fmla="*/ 205452 h 410904"/>
              <a:gd name="connsiteX6" fmla="*/ 0 w 1210291"/>
              <a:gd name="connsiteY6" fmla="*/ 0 h 410904"/>
              <a:gd name="connsiteX0" fmla="*/ 0 w 1184891"/>
              <a:gd name="connsiteY0" fmla="*/ 0 h 410904"/>
              <a:gd name="connsiteX1" fmla="*/ 1181716 w 1184891"/>
              <a:gd name="connsiteY1" fmla="*/ 3175 h 410904"/>
              <a:gd name="connsiteX2" fmla="*/ 1184624 w 1184891"/>
              <a:gd name="connsiteY2" fmla="*/ 208627 h 410904"/>
              <a:gd name="connsiteX3" fmla="*/ 1184891 w 1184891"/>
              <a:gd name="connsiteY3" fmla="*/ 410904 h 410904"/>
              <a:gd name="connsiteX4" fmla="*/ 0 w 1184891"/>
              <a:gd name="connsiteY4" fmla="*/ 410904 h 410904"/>
              <a:gd name="connsiteX5" fmla="*/ 205452 w 1184891"/>
              <a:gd name="connsiteY5" fmla="*/ 205452 h 410904"/>
              <a:gd name="connsiteX6" fmla="*/ 0 w 1184891"/>
              <a:gd name="connsiteY6" fmla="*/ 0 h 410904"/>
              <a:gd name="connsiteX0" fmla="*/ 0 w 1184904"/>
              <a:gd name="connsiteY0" fmla="*/ 0 h 410904"/>
              <a:gd name="connsiteX1" fmla="*/ 1184098 w 1184904"/>
              <a:gd name="connsiteY1" fmla="*/ 793 h 410904"/>
              <a:gd name="connsiteX2" fmla="*/ 1184624 w 1184904"/>
              <a:gd name="connsiteY2" fmla="*/ 208627 h 410904"/>
              <a:gd name="connsiteX3" fmla="*/ 1184891 w 1184904"/>
              <a:gd name="connsiteY3" fmla="*/ 410904 h 410904"/>
              <a:gd name="connsiteX4" fmla="*/ 0 w 1184904"/>
              <a:gd name="connsiteY4" fmla="*/ 410904 h 410904"/>
              <a:gd name="connsiteX5" fmla="*/ 205452 w 1184904"/>
              <a:gd name="connsiteY5" fmla="*/ 205452 h 410904"/>
              <a:gd name="connsiteX6" fmla="*/ 0 w 1184904"/>
              <a:gd name="connsiteY6" fmla="*/ 0 h 4109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84904" h="410904">
                <a:moveTo>
                  <a:pt x="0" y="0"/>
                </a:moveTo>
                <a:lnTo>
                  <a:pt x="1184098" y="793"/>
                </a:lnTo>
                <a:cubicBezTo>
                  <a:pt x="1182951" y="69277"/>
                  <a:pt x="1185771" y="140143"/>
                  <a:pt x="1184624" y="208627"/>
                </a:cubicBezTo>
                <a:lnTo>
                  <a:pt x="1184891" y="410904"/>
                </a:lnTo>
                <a:lnTo>
                  <a:pt x="0" y="410904"/>
                </a:lnTo>
                <a:lnTo>
                  <a:pt x="205452" y="205452"/>
                </a:lnTo>
                <a:lnTo>
                  <a:pt x="0" y="0"/>
                </a:lnTo>
                <a:close/>
              </a:path>
            </a:pathLst>
          </a:custGeom>
          <a:solidFill>
            <a:srgbClr val="7CACAC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79388" lvl="0" indent="3175" algn="ctr" defTabSz="982663">
              <a:buSzPts val="1400"/>
              <a:tabLst>
                <a:tab pos="92075" algn="l"/>
              </a:tabLst>
            </a:pPr>
            <a:r>
              <a:rPr lang="ru-RU" sz="1000" b="1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ФИНАЛЬНЫЙ </a:t>
            </a:r>
            <a:br>
              <a:rPr lang="ru-RU" sz="1000" b="1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-RU" sz="1000" b="1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ЭТАП</a:t>
            </a:r>
          </a:p>
        </p:txBody>
      </p:sp>
      <p:sp>
        <p:nvSpPr>
          <p:cNvPr id="2" name="Google Shape;67;p15">
            <a:extLst>
              <a:ext uri="{FF2B5EF4-FFF2-40B4-BE49-F238E27FC236}">
                <a16:creationId xmlns:a16="http://schemas.microsoft.com/office/drawing/2014/main" id="{6E28D26C-5000-900F-ED88-FAB5197F89DB}"/>
              </a:ext>
            </a:extLst>
          </p:cNvPr>
          <p:cNvSpPr txBox="1"/>
          <p:nvPr/>
        </p:nvSpPr>
        <p:spPr>
          <a:xfrm>
            <a:off x="275576" y="214114"/>
            <a:ext cx="5744648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buSzPts val="1900"/>
            </a:pPr>
            <a:r>
              <a:rPr lang="ru" sz="2000" b="1" dirty="0">
                <a:solidFill>
                  <a:schemeClr val="dk1"/>
                </a:solidFill>
                <a:ea typeface="Montserrat Medium"/>
                <a:cs typeface="Montserrat Medium"/>
                <a:sym typeface="Montserrat Medium"/>
              </a:rPr>
              <a:t>ЗАГОЛОВОК</a:t>
            </a:r>
            <a:endParaRPr sz="2000" b="1" i="0" u="none" strike="noStrike" cap="none" dirty="0">
              <a:solidFill>
                <a:schemeClr val="dk1"/>
              </a:solidFill>
              <a:latin typeface="+mj-lt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" name="Google Shape;275;g12ed61292f3_23_55">
            <a:extLst>
              <a:ext uri="{FF2B5EF4-FFF2-40B4-BE49-F238E27FC236}">
                <a16:creationId xmlns:a16="http://schemas.microsoft.com/office/drawing/2014/main" id="{BB208126-725B-A606-7D6C-3AAF1099194A}"/>
              </a:ext>
            </a:extLst>
          </p:cNvPr>
          <p:cNvSpPr/>
          <p:nvPr/>
        </p:nvSpPr>
        <p:spPr>
          <a:xfrm>
            <a:off x="1484952" y="3181096"/>
            <a:ext cx="2641791" cy="922775"/>
          </a:xfrm>
          <a:prstGeom prst="rect">
            <a:avLst/>
          </a:prstGeom>
          <a:noFill/>
          <a:ln w="6350" cap="flat" cmpd="sng">
            <a:solidFill>
              <a:srgbClr val="1F49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ru" sz="1000" b="0" i="0" u="none" strike="noStrike" cap="none" dirty="0">
                <a:solidFill>
                  <a:srgbClr val="1F497D"/>
                </a:solidFill>
                <a:latin typeface="+mj-lt"/>
                <a:ea typeface="Montserrat"/>
                <a:cs typeface="Montserrat"/>
                <a:sym typeface="Montserrat"/>
              </a:rPr>
              <a:t>Текст 1</a:t>
            </a:r>
            <a:endParaRPr sz="1000" b="0" i="0" u="none" strike="noStrike" cap="none" dirty="0">
              <a:solidFill>
                <a:srgbClr val="1F497D"/>
              </a:solidFill>
              <a:latin typeface="+mj-lt"/>
              <a:ea typeface="Montserrat"/>
              <a:cs typeface="Montserrat"/>
              <a:sym typeface="Montserrat"/>
            </a:endParaRPr>
          </a:p>
        </p:txBody>
      </p:sp>
      <p:sp>
        <p:nvSpPr>
          <p:cNvPr id="4" name="Google Shape;275;g12ed61292f3_23_55">
            <a:extLst>
              <a:ext uri="{FF2B5EF4-FFF2-40B4-BE49-F238E27FC236}">
                <a16:creationId xmlns:a16="http://schemas.microsoft.com/office/drawing/2014/main" id="{B9EA6C88-DD3E-12D3-7D21-651C5AE22600}"/>
              </a:ext>
            </a:extLst>
          </p:cNvPr>
          <p:cNvSpPr/>
          <p:nvPr/>
        </p:nvSpPr>
        <p:spPr>
          <a:xfrm>
            <a:off x="4617333" y="3181096"/>
            <a:ext cx="2641791" cy="922775"/>
          </a:xfrm>
          <a:prstGeom prst="rect">
            <a:avLst/>
          </a:prstGeom>
          <a:noFill/>
          <a:ln w="6350" cap="flat" cmpd="sng">
            <a:solidFill>
              <a:srgbClr val="1F49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lvl="0">
              <a:buSzPts val="900"/>
            </a:pPr>
            <a:r>
              <a:rPr lang="ru-RU" sz="1000" dirty="0">
                <a:solidFill>
                  <a:srgbClr val="1F497D"/>
                </a:solidFill>
                <a:ea typeface="Montserrat"/>
                <a:cs typeface="Montserrat"/>
                <a:sym typeface="Montserrat"/>
              </a:rPr>
              <a:t>Текст 2</a:t>
            </a:r>
          </a:p>
        </p:txBody>
      </p:sp>
      <p:sp>
        <p:nvSpPr>
          <p:cNvPr id="5" name="Google Shape;275;g12ed61292f3_23_55">
            <a:extLst>
              <a:ext uri="{FF2B5EF4-FFF2-40B4-BE49-F238E27FC236}">
                <a16:creationId xmlns:a16="http://schemas.microsoft.com/office/drawing/2014/main" id="{48510835-5BA8-6FD9-8260-70A9C46048EC}"/>
              </a:ext>
            </a:extLst>
          </p:cNvPr>
          <p:cNvSpPr/>
          <p:nvPr/>
        </p:nvSpPr>
        <p:spPr>
          <a:xfrm>
            <a:off x="2918518" y="4594688"/>
            <a:ext cx="2641791" cy="922775"/>
          </a:xfrm>
          <a:prstGeom prst="rect">
            <a:avLst/>
          </a:prstGeom>
          <a:noFill/>
          <a:ln w="6350" cap="flat" cmpd="sng">
            <a:solidFill>
              <a:srgbClr val="1F49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ru" sz="1000" b="0" i="0" u="none" strike="noStrike" cap="none" dirty="0">
                <a:solidFill>
                  <a:srgbClr val="1F497D"/>
                </a:solidFill>
                <a:latin typeface="+mj-lt"/>
                <a:ea typeface="Montserrat"/>
                <a:cs typeface="Montserrat"/>
                <a:sym typeface="Montserrat"/>
              </a:rPr>
              <a:t>Текст 4</a:t>
            </a:r>
            <a:endParaRPr sz="1000" b="0" i="0" u="none" strike="noStrike" cap="none" dirty="0">
              <a:solidFill>
                <a:srgbClr val="1F497D"/>
              </a:solidFill>
              <a:latin typeface="+mj-lt"/>
              <a:ea typeface="Montserrat"/>
              <a:cs typeface="Montserrat"/>
              <a:sym typeface="Montserrat"/>
            </a:endParaRPr>
          </a:p>
        </p:txBody>
      </p:sp>
      <p:sp>
        <p:nvSpPr>
          <p:cNvPr id="6" name="Google Shape;275;g12ed61292f3_23_55">
            <a:extLst>
              <a:ext uri="{FF2B5EF4-FFF2-40B4-BE49-F238E27FC236}">
                <a16:creationId xmlns:a16="http://schemas.microsoft.com/office/drawing/2014/main" id="{76229236-C46B-E86B-0DDC-0F0279C3DDA9}"/>
              </a:ext>
            </a:extLst>
          </p:cNvPr>
          <p:cNvSpPr/>
          <p:nvPr/>
        </p:nvSpPr>
        <p:spPr>
          <a:xfrm>
            <a:off x="7751558" y="3189670"/>
            <a:ext cx="2641791" cy="922775"/>
          </a:xfrm>
          <a:prstGeom prst="rect">
            <a:avLst/>
          </a:prstGeom>
          <a:noFill/>
          <a:ln w="6350" cap="flat" cmpd="sng">
            <a:solidFill>
              <a:srgbClr val="1F49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ru" sz="1000" b="0" i="0" u="none" strike="noStrike" cap="none" dirty="0">
                <a:solidFill>
                  <a:srgbClr val="1F497D"/>
                </a:solidFill>
                <a:latin typeface="+mj-lt"/>
                <a:ea typeface="Montserrat"/>
                <a:cs typeface="Montserrat"/>
                <a:sym typeface="Montserrat"/>
              </a:rPr>
              <a:t>Текст 3</a:t>
            </a:r>
            <a:endParaRPr lang="ru" sz="1000" dirty="0">
              <a:solidFill>
                <a:srgbClr val="1F497D"/>
              </a:solidFill>
              <a:latin typeface="+mj-lt"/>
              <a:ea typeface="Montserrat"/>
              <a:cs typeface="Montserrat"/>
              <a:sym typeface="Montserrat"/>
            </a:endParaRPr>
          </a:p>
        </p:txBody>
      </p:sp>
      <p:sp>
        <p:nvSpPr>
          <p:cNvPr id="7" name="Google Shape;275;g12ed61292f3_23_55">
            <a:extLst>
              <a:ext uri="{FF2B5EF4-FFF2-40B4-BE49-F238E27FC236}">
                <a16:creationId xmlns:a16="http://schemas.microsoft.com/office/drawing/2014/main" id="{61F71575-B467-6E4E-9C11-0E985AAC50E7}"/>
              </a:ext>
            </a:extLst>
          </p:cNvPr>
          <p:cNvSpPr/>
          <p:nvPr/>
        </p:nvSpPr>
        <p:spPr>
          <a:xfrm>
            <a:off x="6430662" y="4590753"/>
            <a:ext cx="2641791" cy="922775"/>
          </a:xfrm>
          <a:prstGeom prst="rect">
            <a:avLst/>
          </a:prstGeom>
          <a:noFill/>
          <a:ln w="6350" cap="flat" cmpd="sng">
            <a:solidFill>
              <a:srgbClr val="1F49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ru" sz="1000" b="0" i="0" u="none" strike="noStrike" cap="none" dirty="0">
                <a:solidFill>
                  <a:srgbClr val="1F497D"/>
                </a:solidFill>
                <a:latin typeface="+mj-lt"/>
                <a:ea typeface="Montserrat"/>
                <a:cs typeface="Montserrat"/>
                <a:sym typeface="Montserrat"/>
              </a:rPr>
              <a:t>Текст 5</a:t>
            </a:r>
            <a:endParaRPr sz="1000" b="0" i="0" u="none" strike="noStrike" cap="none" dirty="0">
              <a:solidFill>
                <a:srgbClr val="1F497D"/>
              </a:solidFill>
              <a:latin typeface="+mj-lt"/>
              <a:ea typeface="Montserrat"/>
              <a:cs typeface="Montserrat"/>
              <a:sym typeface="Montserrat"/>
            </a:endParaRPr>
          </a:p>
        </p:txBody>
      </p:sp>
      <p:grpSp>
        <p:nvGrpSpPr>
          <p:cNvPr id="8" name="Группа 7">
            <a:extLst>
              <a:ext uri="{FF2B5EF4-FFF2-40B4-BE49-F238E27FC236}">
                <a16:creationId xmlns:a16="http://schemas.microsoft.com/office/drawing/2014/main" id="{3FBDB2C8-D20B-FC92-C653-D1E532A509A9}"/>
              </a:ext>
            </a:extLst>
          </p:cNvPr>
          <p:cNvGrpSpPr/>
          <p:nvPr/>
        </p:nvGrpSpPr>
        <p:grpSpPr>
          <a:xfrm>
            <a:off x="11330354" y="6107172"/>
            <a:ext cx="513035" cy="513034"/>
            <a:chOff x="1261434" y="1228635"/>
            <a:chExt cx="937667" cy="937666"/>
          </a:xfrm>
        </p:grpSpPr>
        <p:sp>
          <p:nvSpPr>
            <p:cNvPr id="9" name="Овал 8">
              <a:extLst>
                <a:ext uri="{FF2B5EF4-FFF2-40B4-BE49-F238E27FC236}">
                  <a16:creationId xmlns:a16="http://schemas.microsoft.com/office/drawing/2014/main" id="{E085D349-F615-1D3B-3B9C-2E993633D4F6}"/>
                </a:ext>
              </a:extLst>
            </p:cNvPr>
            <p:cNvSpPr/>
            <p:nvPr/>
          </p:nvSpPr>
          <p:spPr>
            <a:xfrm>
              <a:off x="1261434" y="1228635"/>
              <a:ext cx="937667" cy="937666"/>
            </a:xfrm>
            <a:prstGeom prst="ellipse">
              <a:avLst/>
            </a:prstGeom>
            <a:solidFill>
              <a:srgbClr val="699BC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10" name="Рисунок 9">
              <a:extLst>
                <a:ext uri="{FF2B5EF4-FFF2-40B4-BE49-F238E27FC236}">
                  <a16:creationId xmlns:a16="http://schemas.microsoft.com/office/drawing/2014/main" id="{E2648154-8263-1286-CBB2-7FB8240C073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" r="66639" b="1303"/>
            <a:stretch/>
          </p:blipFill>
          <p:spPr>
            <a:xfrm>
              <a:off x="1567979" y="1399380"/>
              <a:ext cx="324578" cy="596177"/>
            </a:xfrm>
            <a:prstGeom prst="rect">
              <a:avLst/>
            </a:prstGeom>
          </p:spPr>
        </p:pic>
      </p:grpSp>
      <p:sp>
        <p:nvSpPr>
          <p:cNvPr id="11" name="Google Shape;207;p30">
            <a:extLst>
              <a:ext uri="{FF2B5EF4-FFF2-40B4-BE49-F238E27FC236}">
                <a16:creationId xmlns:a16="http://schemas.microsoft.com/office/drawing/2014/main" id="{82251196-264B-70B1-C758-E92417F2BC1C}"/>
              </a:ext>
            </a:extLst>
          </p:cNvPr>
          <p:cNvSpPr txBox="1"/>
          <p:nvPr/>
        </p:nvSpPr>
        <p:spPr>
          <a:xfrm>
            <a:off x="581846" y="6149789"/>
            <a:ext cx="1991892" cy="376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indent="0"/>
            <a:r>
              <a:rPr lang="ru" sz="1000" i="1" dirty="0">
                <a:solidFill>
                  <a:srgbClr val="001A72"/>
                </a:solidFill>
                <a:sym typeface="Arial Narrow"/>
              </a:rPr>
              <a:t>Институт математики </a:t>
            </a:r>
            <a:br>
              <a:rPr lang="ru" sz="1000" i="1" dirty="0">
                <a:solidFill>
                  <a:srgbClr val="001A72"/>
                </a:solidFill>
                <a:sym typeface="Arial Narrow"/>
              </a:rPr>
            </a:br>
            <a:r>
              <a:rPr lang="ru" sz="1000" i="1" dirty="0">
                <a:solidFill>
                  <a:srgbClr val="001A72"/>
                </a:solidFill>
                <a:sym typeface="Arial Narrow"/>
              </a:rPr>
              <a:t>и компьютерных технологий</a:t>
            </a:r>
          </a:p>
        </p:txBody>
      </p:sp>
      <p:pic>
        <p:nvPicPr>
          <p:cNvPr id="12" name="Google Shape;209;p30">
            <a:extLst>
              <a:ext uri="{FF2B5EF4-FFF2-40B4-BE49-F238E27FC236}">
                <a16:creationId xmlns:a16="http://schemas.microsoft.com/office/drawing/2014/main" id="{3E9A7524-A3EC-0AD4-7D4C-FEABEA6FF73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31345" y="6193536"/>
            <a:ext cx="302210" cy="297608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06;p15">
            <a:extLst>
              <a:ext uri="{FF2B5EF4-FFF2-40B4-BE49-F238E27FC236}">
                <a16:creationId xmlns:a16="http://schemas.microsoft.com/office/drawing/2014/main" id="{2A460A06-350E-C0DE-F98C-72ED1927993D}"/>
              </a:ext>
            </a:extLst>
          </p:cNvPr>
          <p:cNvSpPr txBox="1">
            <a:spLocks/>
          </p:cNvSpPr>
          <p:nvPr/>
        </p:nvSpPr>
        <p:spPr>
          <a:xfrm>
            <a:off x="11736659" y="6481143"/>
            <a:ext cx="442537" cy="3768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850" tIns="36425" rIns="72850" bIns="36425" anchor="ctr" anchorCtr="0">
            <a:normAutofit fontScale="6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r>
              <a:rPr lang="ru" sz="1000" dirty="0">
                <a:latin typeface="+mj-lt"/>
                <a:ea typeface="Montserrat"/>
                <a:cs typeface="Montserrat"/>
                <a:sym typeface="Montserrat"/>
              </a:rPr>
              <a:t>НОМЕР СТРАНИЦЫ</a:t>
            </a:r>
          </a:p>
        </p:txBody>
      </p:sp>
    </p:spTree>
    <p:extLst>
      <p:ext uri="{BB962C8B-B14F-4D97-AF65-F5344CB8AC3E}">
        <p14:creationId xmlns:p14="http://schemas.microsoft.com/office/powerpoint/2010/main" val="17842112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212;g12ed61292f3_23_17">
            <a:extLst>
              <a:ext uri="{FF2B5EF4-FFF2-40B4-BE49-F238E27FC236}">
                <a16:creationId xmlns:a16="http://schemas.microsoft.com/office/drawing/2014/main" id="{7BB053CD-3CFC-404B-A562-3FFFA61A65CF}"/>
              </a:ext>
            </a:extLst>
          </p:cNvPr>
          <p:cNvSpPr/>
          <p:nvPr/>
        </p:nvSpPr>
        <p:spPr>
          <a:xfrm>
            <a:off x="1274686" y="2873803"/>
            <a:ext cx="2566191" cy="1646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ru-RU" sz="1200" b="0" i="0" u="none" strike="noStrike" cap="none" dirty="0">
                <a:solidFill>
                  <a:srgbClr val="000000"/>
                </a:solidFill>
                <a:latin typeface="+mj-lt"/>
                <a:ea typeface="Montserrat"/>
                <a:cs typeface="Montserrat"/>
                <a:sym typeface="Montserrat"/>
              </a:rPr>
              <a:t>Текст 1</a:t>
            </a:r>
            <a:endParaRPr sz="1200" b="0" i="0" u="none" strike="noStrike" cap="none" dirty="0">
              <a:solidFill>
                <a:srgbClr val="000000"/>
              </a:solidFill>
              <a:latin typeface="+mj-lt"/>
              <a:ea typeface="Montserrat"/>
              <a:cs typeface="Montserrat"/>
              <a:sym typeface="Montserrat"/>
            </a:endParaRPr>
          </a:p>
        </p:txBody>
      </p:sp>
      <p:cxnSp>
        <p:nvCxnSpPr>
          <p:cNvPr id="64" name="Google Shape;213;g12ed61292f3_23_17">
            <a:extLst>
              <a:ext uri="{FF2B5EF4-FFF2-40B4-BE49-F238E27FC236}">
                <a16:creationId xmlns:a16="http://schemas.microsoft.com/office/drawing/2014/main" id="{643B5F78-0263-46AA-BC59-EA3C54C68239}"/>
              </a:ext>
            </a:extLst>
          </p:cNvPr>
          <p:cNvCxnSpPr>
            <a:cxnSpLocks/>
          </p:cNvCxnSpPr>
          <p:nvPr/>
        </p:nvCxnSpPr>
        <p:spPr>
          <a:xfrm flipV="1">
            <a:off x="3947766" y="2193941"/>
            <a:ext cx="0" cy="2127156"/>
          </a:xfrm>
          <a:prstGeom prst="straightConnector1">
            <a:avLst/>
          </a:prstGeom>
          <a:noFill/>
          <a:ln w="6350" cap="flat" cmpd="sng">
            <a:solidFill>
              <a:srgbClr val="1C4587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65" name="Google Shape;214;g12ed61292f3_23_17">
            <a:extLst>
              <a:ext uri="{FF2B5EF4-FFF2-40B4-BE49-F238E27FC236}">
                <a16:creationId xmlns:a16="http://schemas.microsoft.com/office/drawing/2014/main" id="{C35E3C2B-FD35-4F0D-8DDD-0E623AC569DC}"/>
              </a:ext>
            </a:extLst>
          </p:cNvPr>
          <p:cNvSpPr/>
          <p:nvPr/>
        </p:nvSpPr>
        <p:spPr>
          <a:xfrm>
            <a:off x="4202730" y="2853411"/>
            <a:ext cx="2386144" cy="7031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ru-RU" sz="1100" b="0" i="0" u="none" strike="noStrike" cap="none" dirty="0">
                <a:solidFill>
                  <a:srgbClr val="000000"/>
                </a:solidFill>
                <a:latin typeface="+mj-lt"/>
                <a:ea typeface="Montserrat"/>
                <a:cs typeface="Montserrat"/>
                <a:sym typeface="Montserrat"/>
              </a:rPr>
              <a:t>Текст 2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ru-RU" sz="1100" b="0" i="0" u="none" strike="noStrike" cap="none" dirty="0">
              <a:solidFill>
                <a:srgbClr val="000000"/>
              </a:solidFill>
              <a:latin typeface="+mj-lt"/>
              <a:ea typeface="Montserrat"/>
              <a:cs typeface="Montserrat"/>
              <a:sym typeface="Montserrat"/>
            </a:endParaRPr>
          </a:p>
        </p:txBody>
      </p:sp>
      <p:sp>
        <p:nvSpPr>
          <p:cNvPr id="66" name="Google Shape;215;g12ed61292f3_23_17">
            <a:extLst>
              <a:ext uri="{FF2B5EF4-FFF2-40B4-BE49-F238E27FC236}">
                <a16:creationId xmlns:a16="http://schemas.microsoft.com/office/drawing/2014/main" id="{63910288-FF08-4ADA-8794-C87A1F4C20E1}"/>
              </a:ext>
            </a:extLst>
          </p:cNvPr>
          <p:cNvSpPr/>
          <p:nvPr/>
        </p:nvSpPr>
        <p:spPr>
          <a:xfrm>
            <a:off x="6874329" y="2853411"/>
            <a:ext cx="2287232" cy="7031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ru-RU" sz="1100" b="0" i="0" u="none" strike="noStrike" cap="none" dirty="0">
                <a:solidFill>
                  <a:srgbClr val="000000"/>
                </a:solidFill>
                <a:latin typeface="+mj-lt"/>
                <a:ea typeface="Montserrat"/>
                <a:cs typeface="Montserrat"/>
                <a:sym typeface="Montserrat"/>
              </a:rPr>
              <a:t>Текст 3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ru-RU" sz="1100" b="0" i="0" u="none" strike="noStrike" cap="none" dirty="0">
              <a:solidFill>
                <a:srgbClr val="000000"/>
              </a:solidFill>
              <a:latin typeface="+mj-lt"/>
              <a:ea typeface="Montserrat"/>
              <a:cs typeface="Montserrat"/>
              <a:sym typeface="Montserrat"/>
            </a:endParaRPr>
          </a:p>
        </p:txBody>
      </p:sp>
      <p:sp>
        <p:nvSpPr>
          <p:cNvPr id="67" name="Google Shape;216;g12ed61292f3_23_17">
            <a:extLst>
              <a:ext uri="{FF2B5EF4-FFF2-40B4-BE49-F238E27FC236}">
                <a16:creationId xmlns:a16="http://schemas.microsoft.com/office/drawing/2014/main" id="{6FA38AA3-E2AB-4386-9B79-65EC24E52F45}"/>
              </a:ext>
            </a:extLst>
          </p:cNvPr>
          <p:cNvSpPr/>
          <p:nvPr/>
        </p:nvSpPr>
        <p:spPr>
          <a:xfrm>
            <a:off x="1274686" y="1993767"/>
            <a:ext cx="2566191" cy="585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3600" b="1" i="0" u="none" strike="noStrike" cap="none" dirty="0">
                <a:solidFill>
                  <a:srgbClr val="3C90DC"/>
                </a:solidFill>
                <a:latin typeface="+mj-lt"/>
                <a:ea typeface="Montserrat"/>
                <a:cs typeface="Montserrat"/>
                <a:sym typeface="Montserrat"/>
              </a:rPr>
              <a:t>1</a:t>
            </a:r>
            <a:endParaRPr sz="3600" b="1" i="0" u="none" strike="noStrike" cap="none" dirty="0">
              <a:solidFill>
                <a:srgbClr val="3C90DC"/>
              </a:solidFill>
              <a:latin typeface="+mj-lt"/>
              <a:ea typeface="Arial"/>
              <a:cs typeface="Arial"/>
              <a:sym typeface="Arial"/>
            </a:endParaRPr>
          </a:p>
        </p:txBody>
      </p:sp>
      <p:sp>
        <p:nvSpPr>
          <p:cNvPr id="68" name="Google Shape;217;g12ed61292f3_23_17">
            <a:extLst>
              <a:ext uri="{FF2B5EF4-FFF2-40B4-BE49-F238E27FC236}">
                <a16:creationId xmlns:a16="http://schemas.microsoft.com/office/drawing/2014/main" id="{A2B9C686-4FD1-449C-8177-3A9F5F750ADF}"/>
              </a:ext>
            </a:extLst>
          </p:cNvPr>
          <p:cNvSpPr/>
          <p:nvPr/>
        </p:nvSpPr>
        <p:spPr>
          <a:xfrm>
            <a:off x="4203764" y="1993766"/>
            <a:ext cx="2423920" cy="585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3600" b="1" i="0" u="none" strike="noStrike" cap="none" dirty="0">
                <a:solidFill>
                  <a:srgbClr val="3C90DC"/>
                </a:solidFill>
                <a:latin typeface="+mj-lt"/>
                <a:ea typeface="Montserrat"/>
                <a:cs typeface="Montserrat"/>
                <a:sym typeface="Montserrat"/>
              </a:rPr>
              <a:t>2</a:t>
            </a:r>
            <a:endParaRPr sz="3600" b="1" i="0" u="none" strike="noStrike" cap="none" dirty="0">
              <a:solidFill>
                <a:srgbClr val="3C90DC"/>
              </a:solidFill>
              <a:latin typeface="+mj-lt"/>
              <a:ea typeface="Arial"/>
              <a:cs typeface="Arial"/>
              <a:sym typeface="Arial"/>
            </a:endParaRPr>
          </a:p>
        </p:txBody>
      </p:sp>
      <p:sp>
        <p:nvSpPr>
          <p:cNvPr id="69" name="Google Shape;218;g12ed61292f3_23_17">
            <a:extLst>
              <a:ext uri="{FF2B5EF4-FFF2-40B4-BE49-F238E27FC236}">
                <a16:creationId xmlns:a16="http://schemas.microsoft.com/office/drawing/2014/main" id="{FE0935D2-EAA9-49CD-829A-76506996B995}"/>
              </a:ext>
            </a:extLst>
          </p:cNvPr>
          <p:cNvSpPr/>
          <p:nvPr/>
        </p:nvSpPr>
        <p:spPr>
          <a:xfrm>
            <a:off x="6908143" y="1993766"/>
            <a:ext cx="2423920" cy="585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3600" b="1" i="0" u="none" strike="noStrike" cap="none" dirty="0">
                <a:solidFill>
                  <a:srgbClr val="3C90DC"/>
                </a:solidFill>
                <a:latin typeface="+mj-lt"/>
                <a:ea typeface="Montserrat"/>
                <a:cs typeface="Montserrat"/>
                <a:sym typeface="Montserrat"/>
              </a:rPr>
              <a:t>3</a:t>
            </a:r>
            <a:endParaRPr sz="3600" b="1" i="0" u="none" strike="noStrike" cap="none" dirty="0">
              <a:solidFill>
                <a:srgbClr val="3C90DC"/>
              </a:solidFill>
              <a:latin typeface="+mj-lt"/>
              <a:ea typeface="Arial"/>
              <a:cs typeface="Arial"/>
              <a:sym typeface="Arial"/>
            </a:endParaRPr>
          </a:p>
        </p:txBody>
      </p:sp>
      <p:sp>
        <p:nvSpPr>
          <p:cNvPr id="71" name="Google Shape;220;g12ed61292f3_23_17">
            <a:extLst>
              <a:ext uri="{FF2B5EF4-FFF2-40B4-BE49-F238E27FC236}">
                <a16:creationId xmlns:a16="http://schemas.microsoft.com/office/drawing/2014/main" id="{C726AB50-28A7-407A-AC95-3E169274FE38}"/>
              </a:ext>
            </a:extLst>
          </p:cNvPr>
          <p:cNvSpPr/>
          <p:nvPr/>
        </p:nvSpPr>
        <p:spPr>
          <a:xfrm>
            <a:off x="9623618" y="2853411"/>
            <a:ext cx="2279504" cy="7031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ru-RU" sz="1100" b="0" i="0" u="none" strike="noStrike" cap="none" dirty="0">
                <a:solidFill>
                  <a:srgbClr val="000000"/>
                </a:solidFill>
                <a:latin typeface="+mj-lt"/>
                <a:ea typeface="Montserrat"/>
                <a:cs typeface="Montserrat"/>
                <a:sym typeface="Montserrat"/>
              </a:rPr>
              <a:t>Текст 4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ru-RU" sz="1100" b="0" i="0" u="none" strike="noStrike" cap="none" dirty="0">
              <a:solidFill>
                <a:srgbClr val="000000"/>
              </a:solidFill>
              <a:latin typeface="+mj-lt"/>
              <a:ea typeface="Montserrat"/>
              <a:cs typeface="Montserrat"/>
              <a:sym typeface="Montserrat"/>
            </a:endParaRPr>
          </a:p>
        </p:txBody>
      </p:sp>
      <p:sp>
        <p:nvSpPr>
          <p:cNvPr id="72" name="Google Shape;221;g12ed61292f3_23_17">
            <a:extLst>
              <a:ext uri="{FF2B5EF4-FFF2-40B4-BE49-F238E27FC236}">
                <a16:creationId xmlns:a16="http://schemas.microsoft.com/office/drawing/2014/main" id="{CD093BF3-15B5-4AAA-B945-F7DAD9B5A5FE}"/>
              </a:ext>
            </a:extLst>
          </p:cNvPr>
          <p:cNvSpPr/>
          <p:nvPr/>
        </p:nvSpPr>
        <p:spPr>
          <a:xfrm>
            <a:off x="9657431" y="1993766"/>
            <a:ext cx="2347709" cy="585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3600" b="1" i="0" u="none" strike="noStrike" cap="none" dirty="0">
                <a:solidFill>
                  <a:srgbClr val="3C90DC"/>
                </a:solidFill>
                <a:latin typeface="+mj-lt"/>
                <a:ea typeface="Montserrat"/>
                <a:cs typeface="Montserrat"/>
                <a:sym typeface="Montserrat"/>
              </a:rPr>
              <a:t>4</a:t>
            </a:r>
            <a:endParaRPr sz="3600" b="1" i="0" u="none" strike="noStrike" cap="none" dirty="0">
              <a:solidFill>
                <a:srgbClr val="3C90DC"/>
              </a:solidFill>
              <a:latin typeface="+mj-lt"/>
              <a:ea typeface="Arial"/>
              <a:cs typeface="Arial"/>
              <a:sym typeface="Arial"/>
            </a:endParaRPr>
          </a:p>
        </p:txBody>
      </p:sp>
      <p:cxnSp>
        <p:nvCxnSpPr>
          <p:cNvPr id="84" name="Google Shape;233;g12ed61292f3_23_17">
            <a:extLst>
              <a:ext uri="{FF2B5EF4-FFF2-40B4-BE49-F238E27FC236}">
                <a16:creationId xmlns:a16="http://schemas.microsoft.com/office/drawing/2014/main" id="{B048A11E-18F3-4849-A87B-7F35AB1BE60E}"/>
              </a:ext>
            </a:extLst>
          </p:cNvPr>
          <p:cNvCxnSpPr>
            <a:cxnSpLocks/>
          </p:cNvCxnSpPr>
          <p:nvPr/>
        </p:nvCxnSpPr>
        <p:spPr>
          <a:xfrm flipV="1">
            <a:off x="6734574" y="2193941"/>
            <a:ext cx="0" cy="2082551"/>
          </a:xfrm>
          <a:prstGeom prst="straightConnector1">
            <a:avLst/>
          </a:prstGeom>
          <a:noFill/>
          <a:ln w="6350" cap="flat" cmpd="sng">
            <a:solidFill>
              <a:srgbClr val="1C4587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85" name="Google Shape;234;g12ed61292f3_23_17">
            <a:extLst>
              <a:ext uri="{FF2B5EF4-FFF2-40B4-BE49-F238E27FC236}">
                <a16:creationId xmlns:a16="http://schemas.microsoft.com/office/drawing/2014/main" id="{6CEF5D5D-F45D-4048-8E35-1F5F4611179C}"/>
              </a:ext>
            </a:extLst>
          </p:cNvPr>
          <p:cNvCxnSpPr>
            <a:cxnSpLocks/>
          </p:cNvCxnSpPr>
          <p:nvPr/>
        </p:nvCxnSpPr>
        <p:spPr>
          <a:xfrm flipV="1">
            <a:off x="9407653" y="2193941"/>
            <a:ext cx="0" cy="2127156"/>
          </a:xfrm>
          <a:prstGeom prst="straightConnector1">
            <a:avLst/>
          </a:prstGeom>
          <a:noFill/>
          <a:ln w="6350" cap="flat" cmpd="sng">
            <a:solidFill>
              <a:srgbClr val="1C4587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93" name="Google Shape;67;p15">
            <a:extLst>
              <a:ext uri="{FF2B5EF4-FFF2-40B4-BE49-F238E27FC236}">
                <a16:creationId xmlns:a16="http://schemas.microsoft.com/office/drawing/2014/main" id="{F7A7D2F8-0558-4759-BF95-29873D5E61F9}"/>
              </a:ext>
            </a:extLst>
          </p:cNvPr>
          <p:cNvSpPr txBox="1"/>
          <p:nvPr/>
        </p:nvSpPr>
        <p:spPr>
          <a:xfrm>
            <a:off x="275576" y="214114"/>
            <a:ext cx="5744648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ru" sz="2000" b="1" i="0" u="none" strike="noStrike" cap="none" dirty="0">
                <a:solidFill>
                  <a:schemeClr val="dk1"/>
                </a:solidFill>
                <a:latin typeface="+mj-lt"/>
                <a:ea typeface="Montserrat Medium"/>
                <a:cs typeface="Montserrat Medium"/>
                <a:sym typeface="Montserrat Medium"/>
              </a:rPr>
              <a:t>ЗАГОЛОВОК</a:t>
            </a:r>
            <a:endParaRPr sz="2000" b="1" i="0" u="none" strike="noStrike" cap="none" dirty="0">
              <a:solidFill>
                <a:schemeClr val="dk1"/>
              </a:solidFill>
              <a:latin typeface="+mj-lt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6" name="Google Shape;106;p15">
            <a:extLst>
              <a:ext uri="{FF2B5EF4-FFF2-40B4-BE49-F238E27FC236}">
                <a16:creationId xmlns:a16="http://schemas.microsoft.com/office/drawing/2014/main" id="{AC3F2580-D6C1-EBBC-853B-6FE8AFCFE6FB}"/>
              </a:ext>
            </a:extLst>
          </p:cNvPr>
          <p:cNvSpPr txBox="1">
            <a:spLocks/>
          </p:cNvSpPr>
          <p:nvPr/>
        </p:nvSpPr>
        <p:spPr>
          <a:xfrm>
            <a:off x="11736659" y="6481143"/>
            <a:ext cx="442537" cy="3768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850" tIns="36425" rIns="72850" bIns="36425" anchor="ctr" anchorCtr="0">
            <a:normAutofit fontScale="6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r>
              <a:rPr lang="ru" sz="1000" dirty="0">
                <a:latin typeface="+mj-lt"/>
                <a:ea typeface="Montserrat"/>
                <a:cs typeface="Montserrat"/>
                <a:sym typeface="Montserrat"/>
              </a:rPr>
              <a:t>НОМЕР СТРАНИЦЫ</a:t>
            </a:r>
          </a:p>
        </p:txBody>
      </p:sp>
      <p:grpSp>
        <p:nvGrpSpPr>
          <p:cNvPr id="7" name="Группа 6">
            <a:extLst>
              <a:ext uri="{FF2B5EF4-FFF2-40B4-BE49-F238E27FC236}">
                <a16:creationId xmlns:a16="http://schemas.microsoft.com/office/drawing/2014/main" id="{2E620D8B-6AFA-DED2-302F-44EB108CFD4B}"/>
              </a:ext>
            </a:extLst>
          </p:cNvPr>
          <p:cNvGrpSpPr/>
          <p:nvPr/>
        </p:nvGrpSpPr>
        <p:grpSpPr>
          <a:xfrm>
            <a:off x="11330354" y="6107172"/>
            <a:ext cx="513035" cy="513034"/>
            <a:chOff x="1261434" y="1228635"/>
            <a:chExt cx="937667" cy="937666"/>
          </a:xfrm>
        </p:grpSpPr>
        <p:sp>
          <p:nvSpPr>
            <p:cNvPr id="8" name="Овал 7">
              <a:extLst>
                <a:ext uri="{FF2B5EF4-FFF2-40B4-BE49-F238E27FC236}">
                  <a16:creationId xmlns:a16="http://schemas.microsoft.com/office/drawing/2014/main" id="{846BDA95-1D58-B3FC-0D80-194478A03CA8}"/>
                </a:ext>
              </a:extLst>
            </p:cNvPr>
            <p:cNvSpPr/>
            <p:nvPr/>
          </p:nvSpPr>
          <p:spPr>
            <a:xfrm>
              <a:off x="1261434" y="1228635"/>
              <a:ext cx="937667" cy="937666"/>
            </a:xfrm>
            <a:prstGeom prst="ellipse">
              <a:avLst/>
            </a:prstGeom>
            <a:solidFill>
              <a:srgbClr val="699BC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9" name="Рисунок 8">
              <a:extLst>
                <a:ext uri="{FF2B5EF4-FFF2-40B4-BE49-F238E27FC236}">
                  <a16:creationId xmlns:a16="http://schemas.microsoft.com/office/drawing/2014/main" id="{B6F1D381-9B10-0C47-74DC-4BB44EBB38F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" r="66639" b="1303"/>
            <a:stretch/>
          </p:blipFill>
          <p:spPr>
            <a:xfrm>
              <a:off x="1567979" y="1399380"/>
              <a:ext cx="324578" cy="59617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957655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67;p15">
            <a:extLst>
              <a:ext uri="{FF2B5EF4-FFF2-40B4-BE49-F238E27FC236}">
                <a16:creationId xmlns:a16="http://schemas.microsoft.com/office/drawing/2014/main" id="{F7A7D2F8-0558-4759-BF95-29873D5E61F9}"/>
              </a:ext>
            </a:extLst>
          </p:cNvPr>
          <p:cNvSpPr txBox="1"/>
          <p:nvPr/>
        </p:nvSpPr>
        <p:spPr>
          <a:xfrm>
            <a:off x="275576" y="214114"/>
            <a:ext cx="5744648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buSzPts val="1900"/>
            </a:pPr>
            <a:r>
              <a:rPr lang="ru" sz="2000" b="1" dirty="0">
                <a:solidFill>
                  <a:schemeClr val="dk1"/>
                </a:solidFill>
                <a:ea typeface="Montserrat Medium"/>
                <a:cs typeface="Montserrat Medium"/>
                <a:sym typeface="Montserrat Medium"/>
              </a:rPr>
              <a:t>ЗАГОЛОВОК</a:t>
            </a:r>
            <a:endParaRPr sz="2000" b="1" i="0" u="none" strike="noStrike" cap="none" dirty="0">
              <a:solidFill>
                <a:schemeClr val="dk1"/>
              </a:solidFill>
              <a:latin typeface="+mj-lt"/>
              <a:ea typeface="Montserrat Medium"/>
              <a:cs typeface="Montserrat Medium"/>
              <a:sym typeface="Montserrat Medium"/>
            </a:endParaRPr>
          </a:p>
        </p:txBody>
      </p:sp>
      <p:graphicFrame>
        <p:nvGraphicFramePr>
          <p:cNvPr id="5" name="Google Shape;333;p7">
            <a:extLst>
              <a:ext uri="{FF2B5EF4-FFF2-40B4-BE49-F238E27FC236}">
                <a16:creationId xmlns:a16="http://schemas.microsoft.com/office/drawing/2014/main" id="{5080BC62-C6DC-40BE-B2F0-0014CEF1FDB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14758487"/>
              </p:ext>
            </p:extLst>
          </p:nvPr>
        </p:nvGraphicFramePr>
        <p:xfrm>
          <a:off x="396241" y="1092413"/>
          <a:ext cx="11613623" cy="4918096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7789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41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58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169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51552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ru" sz="1050" b="1" i="0" u="none" strike="noStrike" cap="none" dirty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№</a:t>
                      </a:r>
                      <a:endParaRPr sz="1050" b="1" i="0" u="none" strike="noStrike" cap="none" dirty="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54775" marR="547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ru" sz="1050" b="1" i="0" u="none" strike="noStrike" cap="none" dirty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Показатель</a:t>
                      </a:r>
                      <a:endParaRPr sz="1050" b="1" i="0" u="none" strike="noStrike" cap="none" dirty="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54775" marR="547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ru-RU" sz="1050" b="1" i="0" u="none" strike="noStrike" cap="none" dirty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Слово</a:t>
                      </a:r>
                      <a:endParaRPr sz="1050" b="1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54775" marR="54775" marT="0" marB="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ru-RU" sz="1050" b="1" dirty="0">
                          <a:solidFill>
                            <a:srgbClr val="041A7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Слово</a:t>
                      </a:r>
                      <a:endParaRPr sz="1050" b="1" dirty="0">
                        <a:solidFill>
                          <a:srgbClr val="041A7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54775" marR="547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986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ru" sz="1000" b="0" i="0" u="none" strike="noStrike" cap="none" dirty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 sz="1000" b="0" i="0" u="none" strike="noStrike" cap="none" dirty="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54775" marR="54775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F0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  <a:tabLst/>
                        <a:defRPr/>
                      </a:pPr>
                      <a:r>
                        <a:rPr lang="ru-RU" sz="1000" b="0" i="0" u="none" strike="noStrike" cap="none" dirty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Текст</a:t>
                      </a:r>
                      <a:endParaRPr sz="1000" b="0" i="0" u="none" strike="noStrike" cap="none" dirty="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54775" marR="54775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F0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ru-RU" sz="1400" b="0" i="0" u="none" strike="noStrike" cap="none" dirty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Число</a:t>
                      </a:r>
                      <a:endParaRPr sz="1400" b="0" i="0" u="none" strike="noStrike" cap="none" dirty="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54775" marR="54775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F0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ru-RU" sz="1400" b="0" i="0" u="none" strike="noStrike" cap="none" dirty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Число</a:t>
                      </a:r>
                      <a:endParaRPr sz="1400" b="1" i="0" u="none" strike="noStrike" cap="none" dirty="0">
                        <a:solidFill>
                          <a:srgbClr val="041A7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54775" marR="54775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7199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ru" sz="1000" b="0" i="0" u="none" strike="noStrike" cap="none" dirty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 sz="1000" b="0" i="0" u="none" strike="noStrike" cap="none" dirty="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54775" marR="54775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  <a:tabLst/>
                        <a:defRPr/>
                      </a:pPr>
                      <a:r>
                        <a:rPr lang="ru-RU" sz="1000" b="0" i="0" u="none" strike="noStrike" cap="none" dirty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Текст</a:t>
                      </a:r>
                    </a:p>
                  </a:txBody>
                  <a:tcPr marL="54775" marR="54775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kumimoji="0" lang="ru-RU" sz="14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Roboto"/>
                          <a:ea typeface="Roboto"/>
                          <a:cs typeface="Roboto"/>
                          <a:sym typeface="Roboto"/>
                        </a:rPr>
                        <a:t>Число</a:t>
                      </a:r>
                      <a:endParaRPr sz="1400" b="0" i="0" u="none" strike="noStrike" cap="none" dirty="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54775" marR="54775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kumimoji="0" lang="ru-RU" sz="14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Roboto"/>
                          <a:ea typeface="Roboto"/>
                          <a:cs typeface="Roboto"/>
                          <a:sym typeface="Roboto"/>
                        </a:rPr>
                        <a:t>Число</a:t>
                      </a:r>
                      <a:endParaRPr sz="1400" b="1" i="0" u="none" strike="noStrike" cap="none" dirty="0">
                        <a:solidFill>
                          <a:srgbClr val="041A7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54775" marR="54775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7199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ru" sz="1000" b="0" i="0" u="none" strike="noStrike" cap="none" dirty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 sz="1000" b="0" i="0" u="none" strike="noStrike" cap="none" dirty="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54775" marR="54775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F0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  <a:tabLst/>
                        <a:defRPr/>
                      </a:pPr>
                      <a:r>
                        <a:rPr lang="ru-RU" sz="1000" b="0" i="0" u="none" strike="noStrike" cap="none" dirty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Текст</a:t>
                      </a:r>
                    </a:p>
                  </a:txBody>
                  <a:tcPr marL="54775" marR="54775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F0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kumimoji="0" lang="ru-RU" sz="14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Roboto"/>
                          <a:ea typeface="Roboto"/>
                          <a:cs typeface="Roboto"/>
                          <a:sym typeface="Roboto"/>
                        </a:rPr>
                        <a:t>Число</a:t>
                      </a:r>
                      <a:endParaRPr sz="1400" b="0" i="0" u="none" strike="noStrike" cap="none" dirty="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54775" marR="54775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F0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kumimoji="0" lang="ru-RU" sz="14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Roboto"/>
                          <a:ea typeface="Roboto"/>
                          <a:cs typeface="Roboto"/>
                          <a:sym typeface="Roboto"/>
                        </a:rPr>
                        <a:t>Число</a:t>
                      </a:r>
                      <a:endParaRPr sz="1400" b="1" u="none" strike="noStrike" cap="none" dirty="0">
                        <a:solidFill>
                          <a:srgbClr val="041A7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54775" marR="54775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95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ru" sz="1000" b="0" i="0" u="none" strike="noStrike" cap="none" dirty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endParaRPr sz="1000" b="0" i="0" u="none" strike="noStrike" cap="none" dirty="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54775" marR="54775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  <a:tabLst/>
                        <a:defRPr/>
                      </a:pPr>
                      <a:r>
                        <a:rPr lang="ru-RU" sz="1000" b="0" i="0" u="none" strike="noStrike" cap="none" dirty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Текст</a:t>
                      </a:r>
                    </a:p>
                  </a:txBody>
                  <a:tcPr marL="54775" marR="54775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kumimoji="0" lang="ru-RU" sz="14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Roboto"/>
                          <a:ea typeface="Roboto"/>
                          <a:cs typeface="Roboto"/>
                          <a:sym typeface="Roboto"/>
                        </a:rPr>
                        <a:t>Число</a:t>
                      </a:r>
                      <a:endParaRPr sz="1400" b="0" i="0" u="none" strike="noStrike" cap="none" dirty="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54775" marR="54775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kumimoji="0" lang="ru-RU" sz="14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Roboto"/>
                          <a:ea typeface="Roboto"/>
                          <a:cs typeface="Roboto"/>
                          <a:sym typeface="Roboto"/>
                        </a:rPr>
                        <a:t>Число</a:t>
                      </a:r>
                      <a:endParaRPr sz="1400" b="1" i="0" u="none" strike="noStrike" cap="none" dirty="0">
                        <a:solidFill>
                          <a:srgbClr val="041A7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54775" marR="54775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986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ru" sz="1000" b="0" i="0" u="none" strike="noStrike" cap="none" dirty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5</a:t>
                      </a:r>
                      <a:endParaRPr sz="1000" b="0" i="0" u="none" strike="noStrike" cap="none" dirty="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54775" marR="54775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F0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  <a:tabLst/>
                        <a:defRPr/>
                      </a:pPr>
                      <a:r>
                        <a:rPr kumimoji="0" lang="ru-RU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Roboto"/>
                          <a:ea typeface="Roboto"/>
                          <a:cs typeface="Roboto"/>
                          <a:sym typeface="Roboto"/>
                        </a:rPr>
                        <a:t>Текст</a:t>
                      </a:r>
                    </a:p>
                  </a:txBody>
                  <a:tcPr marL="54775" marR="54775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F0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kumimoji="0" lang="ru-RU" sz="14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Roboto"/>
                          <a:ea typeface="Roboto"/>
                          <a:cs typeface="Roboto"/>
                          <a:sym typeface="Roboto"/>
                        </a:rPr>
                        <a:t>Число</a:t>
                      </a:r>
                      <a:endParaRPr sz="1400" b="0" i="0" u="none" strike="noStrike" cap="none" dirty="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54775" marR="54775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F0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kumimoji="0" lang="ru-RU" sz="14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Roboto"/>
                          <a:ea typeface="Roboto"/>
                          <a:cs typeface="Roboto"/>
                          <a:sym typeface="Roboto"/>
                        </a:rPr>
                        <a:t>Число</a:t>
                      </a:r>
                      <a:endParaRPr sz="1400" b="1" i="0" u="none" strike="noStrike" cap="none" dirty="0">
                        <a:solidFill>
                          <a:srgbClr val="041A7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54775" marR="54775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7199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ru" sz="1000" b="0" i="0" u="none" strike="noStrike" cap="none" dirty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6</a:t>
                      </a:r>
                      <a:endParaRPr sz="1000" b="0" i="0" u="none" strike="noStrike" cap="none" dirty="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54775" marR="54775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  <a:tabLst/>
                        <a:defRPr/>
                      </a:pPr>
                      <a:r>
                        <a:rPr kumimoji="0" lang="ru-RU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Roboto"/>
                          <a:ea typeface="Roboto"/>
                          <a:cs typeface="Roboto"/>
                          <a:sym typeface="Roboto"/>
                        </a:rPr>
                        <a:t>Текст</a:t>
                      </a:r>
                    </a:p>
                  </a:txBody>
                  <a:tcPr marL="54775" marR="54775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kumimoji="0" lang="ru-RU" sz="14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Roboto"/>
                          <a:ea typeface="Roboto"/>
                          <a:cs typeface="Roboto"/>
                          <a:sym typeface="Roboto"/>
                        </a:rPr>
                        <a:t>Число</a:t>
                      </a:r>
                      <a:endParaRPr sz="1400" b="0" i="0" u="none" strike="noStrike" cap="none" dirty="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54775" marR="54775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kumimoji="0" lang="ru-RU" sz="14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Roboto"/>
                          <a:ea typeface="Roboto"/>
                          <a:cs typeface="Roboto"/>
                          <a:sym typeface="Roboto"/>
                        </a:rPr>
                        <a:t>Число</a:t>
                      </a:r>
                      <a:endParaRPr sz="1400" b="1" i="0" u="none" strike="noStrike" cap="none" dirty="0">
                        <a:solidFill>
                          <a:srgbClr val="041A7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54775" marR="54775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986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ru" sz="1000" b="0" i="0" u="none" strike="noStrike" cap="none" dirty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7</a:t>
                      </a:r>
                      <a:endParaRPr sz="1000" b="0" i="0" u="none" strike="noStrike" cap="none" dirty="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54775" marR="54775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F0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  <a:tabLst/>
                        <a:defRPr/>
                      </a:pPr>
                      <a:r>
                        <a:rPr kumimoji="0" lang="ru-RU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Roboto"/>
                          <a:ea typeface="Roboto"/>
                          <a:cs typeface="Roboto"/>
                          <a:sym typeface="Roboto"/>
                        </a:rPr>
                        <a:t>Текст</a:t>
                      </a:r>
                    </a:p>
                  </a:txBody>
                  <a:tcPr marL="54775" marR="54775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F0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kumimoji="0" lang="ru-RU" sz="14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Roboto"/>
                          <a:ea typeface="Roboto"/>
                          <a:cs typeface="Roboto"/>
                          <a:sym typeface="Roboto"/>
                        </a:rPr>
                        <a:t>Число</a:t>
                      </a:r>
                      <a:endParaRPr sz="1400" b="0" i="0" u="none" strike="noStrike" cap="none" dirty="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54775" marR="54775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F0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kumimoji="0" lang="ru-RU" sz="14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Roboto"/>
                          <a:ea typeface="Roboto"/>
                          <a:cs typeface="Roboto"/>
                          <a:sym typeface="Roboto"/>
                        </a:rPr>
                        <a:t>Число</a:t>
                      </a:r>
                      <a:endParaRPr sz="1400" b="1" u="none" strike="noStrike" cap="none" dirty="0">
                        <a:solidFill>
                          <a:srgbClr val="041A7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54775" marR="54775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6986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ru" sz="1000" b="0" i="0" u="none" strike="noStrike" cap="none" dirty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8</a:t>
                      </a:r>
                      <a:endParaRPr sz="1000" b="0" i="0" u="none" strike="noStrike" cap="none" dirty="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54775" marR="54775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  <a:tabLst/>
                        <a:defRPr/>
                      </a:pPr>
                      <a:r>
                        <a:rPr kumimoji="0" lang="ru-RU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Roboto"/>
                          <a:ea typeface="Roboto"/>
                          <a:cs typeface="Roboto"/>
                          <a:sym typeface="Roboto"/>
                        </a:rPr>
                        <a:t>Текст</a:t>
                      </a:r>
                    </a:p>
                  </a:txBody>
                  <a:tcPr marL="54775" marR="54775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kumimoji="0" lang="ru-RU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Roboto"/>
                          <a:ea typeface="Roboto"/>
                          <a:cs typeface="Roboto"/>
                          <a:sym typeface="Roboto"/>
                        </a:rPr>
                        <a:t>Число</a:t>
                      </a:r>
                      <a:endParaRPr sz="1400" b="0" i="0" u="none" strike="noStrike" cap="none" dirty="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54775" marR="54775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kumimoji="0" lang="ru-RU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Roboto"/>
                          <a:ea typeface="Roboto"/>
                          <a:cs typeface="Roboto"/>
                          <a:sym typeface="Roboto"/>
                        </a:rPr>
                        <a:t>Число</a:t>
                      </a:r>
                      <a:endParaRPr sz="1400" b="1" i="0" u="none" strike="noStrike" cap="none" dirty="0">
                        <a:solidFill>
                          <a:srgbClr val="041A7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54775" marR="54775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" name="Google Shape;207;p30">
            <a:extLst>
              <a:ext uri="{FF2B5EF4-FFF2-40B4-BE49-F238E27FC236}">
                <a16:creationId xmlns:a16="http://schemas.microsoft.com/office/drawing/2014/main" id="{B39311C5-DB24-13C3-884B-BB2FA5886D17}"/>
              </a:ext>
            </a:extLst>
          </p:cNvPr>
          <p:cNvSpPr txBox="1"/>
          <p:nvPr/>
        </p:nvSpPr>
        <p:spPr>
          <a:xfrm>
            <a:off x="581846" y="6149789"/>
            <a:ext cx="1991892" cy="376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indent="0"/>
            <a:r>
              <a:rPr lang="ru" sz="1000" i="1" dirty="0">
                <a:solidFill>
                  <a:srgbClr val="001A72"/>
                </a:solidFill>
                <a:sym typeface="Arial Narrow"/>
              </a:rPr>
              <a:t>Институт математики </a:t>
            </a:r>
            <a:br>
              <a:rPr lang="ru" sz="1000" i="1" dirty="0">
                <a:solidFill>
                  <a:srgbClr val="001A72"/>
                </a:solidFill>
                <a:sym typeface="Arial Narrow"/>
              </a:rPr>
            </a:br>
            <a:r>
              <a:rPr lang="ru" sz="1000" i="1" dirty="0">
                <a:solidFill>
                  <a:srgbClr val="001A72"/>
                </a:solidFill>
                <a:sym typeface="Arial Narrow"/>
              </a:rPr>
              <a:t>и компьютерных технологий</a:t>
            </a:r>
          </a:p>
        </p:txBody>
      </p:sp>
      <p:pic>
        <p:nvPicPr>
          <p:cNvPr id="3" name="Google Shape;209;p30">
            <a:extLst>
              <a:ext uri="{FF2B5EF4-FFF2-40B4-BE49-F238E27FC236}">
                <a16:creationId xmlns:a16="http://schemas.microsoft.com/office/drawing/2014/main" id="{E6CDE9B8-68CA-2497-5E30-C6464744F86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31345" y="6193536"/>
            <a:ext cx="302210" cy="297608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106;p15">
            <a:extLst>
              <a:ext uri="{FF2B5EF4-FFF2-40B4-BE49-F238E27FC236}">
                <a16:creationId xmlns:a16="http://schemas.microsoft.com/office/drawing/2014/main" id="{2B966AAF-B1DD-D6A8-09BF-253D32D86895}"/>
              </a:ext>
            </a:extLst>
          </p:cNvPr>
          <p:cNvSpPr txBox="1">
            <a:spLocks/>
          </p:cNvSpPr>
          <p:nvPr/>
        </p:nvSpPr>
        <p:spPr>
          <a:xfrm>
            <a:off x="11736659" y="6481143"/>
            <a:ext cx="442537" cy="3768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850" tIns="36425" rIns="72850" bIns="36425" anchor="ctr" anchorCtr="0">
            <a:normAutofit fontScale="6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r>
              <a:rPr lang="ru" sz="1000" dirty="0">
                <a:latin typeface="+mj-lt"/>
                <a:ea typeface="Montserrat"/>
                <a:cs typeface="Montserrat"/>
                <a:sym typeface="Montserrat"/>
              </a:rPr>
              <a:t>НОМЕР СТРАНИЦЫ</a:t>
            </a:r>
          </a:p>
        </p:txBody>
      </p:sp>
      <p:grpSp>
        <p:nvGrpSpPr>
          <p:cNvPr id="10" name="Группа 9">
            <a:extLst>
              <a:ext uri="{FF2B5EF4-FFF2-40B4-BE49-F238E27FC236}">
                <a16:creationId xmlns:a16="http://schemas.microsoft.com/office/drawing/2014/main" id="{6388BBDC-46FB-A45E-C7CE-8F497911FAF3}"/>
              </a:ext>
            </a:extLst>
          </p:cNvPr>
          <p:cNvGrpSpPr/>
          <p:nvPr/>
        </p:nvGrpSpPr>
        <p:grpSpPr>
          <a:xfrm>
            <a:off x="11330354" y="6107172"/>
            <a:ext cx="513035" cy="513034"/>
            <a:chOff x="1261434" y="1228635"/>
            <a:chExt cx="937667" cy="937666"/>
          </a:xfrm>
        </p:grpSpPr>
        <p:sp>
          <p:nvSpPr>
            <p:cNvPr id="11" name="Овал 10">
              <a:extLst>
                <a:ext uri="{FF2B5EF4-FFF2-40B4-BE49-F238E27FC236}">
                  <a16:creationId xmlns:a16="http://schemas.microsoft.com/office/drawing/2014/main" id="{9AFBEFD4-F411-4D75-C1D0-926D4B64E0AE}"/>
                </a:ext>
              </a:extLst>
            </p:cNvPr>
            <p:cNvSpPr/>
            <p:nvPr/>
          </p:nvSpPr>
          <p:spPr>
            <a:xfrm>
              <a:off x="1261434" y="1228635"/>
              <a:ext cx="937667" cy="937666"/>
            </a:xfrm>
            <a:prstGeom prst="ellipse">
              <a:avLst/>
            </a:prstGeom>
            <a:solidFill>
              <a:srgbClr val="699BC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12" name="Рисунок 11">
              <a:extLst>
                <a:ext uri="{FF2B5EF4-FFF2-40B4-BE49-F238E27FC236}">
                  <a16:creationId xmlns:a16="http://schemas.microsoft.com/office/drawing/2014/main" id="{C2DA263C-F734-7D5F-F750-256FAF23A05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" r="66639" b="1303"/>
            <a:stretch/>
          </p:blipFill>
          <p:spPr>
            <a:xfrm>
              <a:off x="1567979" y="1399380"/>
              <a:ext cx="324578" cy="59617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774403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67;p15">
            <a:extLst>
              <a:ext uri="{FF2B5EF4-FFF2-40B4-BE49-F238E27FC236}">
                <a16:creationId xmlns:a16="http://schemas.microsoft.com/office/drawing/2014/main" id="{3B5460FA-C464-2B0A-3860-4CBB44074F95}"/>
              </a:ext>
            </a:extLst>
          </p:cNvPr>
          <p:cNvSpPr txBox="1"/>
          <p:nvPr/>
        </p:nvSpPr>
        <p:spPr>
          <a:xfrm>
            <a:off x="275576" y="214114"/>
            <a:ext cx="5744648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buSzPts val="1900"/>
            </a:pPr>
            <a:r>
              <a:rPr lang="ru" sz="2000" b="1" dirty="0">
                <a:solidFill>
                  <a:schemeClr val="dk1"/>
                </a:solidFill>
                <a:ea typeface="Montserrat Medium"/>
                <a:cs typeface="Montserrat Medium"/>
                <a:sym typeface="Montserrat Medium"/>
              </a:rPr>
              <a:t>ЗАГОЛОВОК</a:t>
            </a:r>
            <a:endParaRPr sz="2000" b="1" i="0" u="none" strike="noStrike" cap="none" dirty="0">
              <a:solidFill>
                <a:schemeClr val="dk1"/>
              </a:solidFill>
              <a:latin typeface="+mj-lt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5" name="Google Shape;275;g12ed61292f3_23_55">
            <a:extLst>
              <a:ext uri="{FF2B5EF4-FFF2-40B4-BE49-F238E27FC236}">
                <a16:creationId xmlns:a16="http://schemas.microsoft.com/office/drawing/2014/main" id="{27A27F17-FE3F-912E-D608-99F0BB57E102}"/>
              </a:ext>
            </a:extLst>
          </p:cNvPr>
          <p:cNvSpPr/>
          <p:nvPr/>
        </p:nvSpPr>
        <p:spPr>
          <a:xfrm>
            <a:off x="954670" y="1185242"/>
            <a:ext cx="3585310" cy="1639229"/>
          </a:xfrm>
          <a:prstGeom prst="rect">
            <a:avLst/>
          </a:prstGeom>
          <a:noFill/>
          <a:ln w="6350" cap="flat" cmpd="sng">
            <a:solidFill>
              <a:srgbClr val="1F49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ru" sz="1000" b="0" i="0" u="none" strike="noStrike" cap="none" dirty="0">
                <a:solidFill>
                  <a:srgbClr val="1F497D"/>
                </a:solidFill>
                <a:latin typeface="+mj-lt"/>
                <a:ea typeface="Montserrat"/>
                <a:cs typeface="Montserrat"/>
                <a:sym typeface="Montserrat"/>
              </a:rPr>
              <a:t>Текст 1</a:t>
            </a:r>
            <a:endParaRPr sz="1000" b="0" i="0" u="none" strike="noStrike" cap="none" dirty="0">
              <a:solidFill>
                <a:srgbClr val="1F497D"/>
              </a:solidFill>
              <a:latin typeface="+mj-lt"/>
              <a:ea typeface="Montserrat"/>
              <a:cs typeface="Montserrat"/>
              <a:sym typeface="Montserrat"/>
            </a:endParaRPr>
          </a:p>
        </p:txBody>
      </p:sp>
      <p:grpSp>
        <p:nvGrpSpPr>
          <p:cNvPr id="6" name="Группа 5">
            <a:extLst>
              <a:ext uri="{FF2B5EF4-FFF2-40B4-BE49-F238E27FC236}">
                <a16:creationId xmlns:a16="http://schemas.microsoft.com/office/drawing/2014/main" id="{41CA8A65-FEB2-05E3-3F2E-8540491809AE}"/>
              </a:ext>
            </a:extLst>
          </p:cNvPr>
          <p:cNvGrpSpPr/>
          <p:nvPr/>
        </p:nvGrpSpPr>
        <p:grpSpPr>
          <a:xfrm>
            <a:off x="2431006" y="2894563"/>
            <a:ext cx="632637" cy="1035421"/>
            <a:chOff x="4107454" y="1115272"/>
            <a:chExt cx="466151" cy="582872"/>
          </a:xfrm>
        </p:grpSpPr>
        <p:sp>
          <p:nvSpPr>
            <p:cNvPr id="7" name="Google Shape;89;p15">
              <a:extLst>
                <a:ext uri="{FF2B5EF4-FFF2-40B4-BE49-F238E27FC236}">
                  <a16:creationId xmlns:a16="http://schemas.microsoft.com/office/drawing/2014/main" id="{2AEC1015-0749-BBBE-270E-43B8BF79A7A0}"/>
                </a:ext>
              </a:extLst>
            </p:cNvPr>
            <p:cNvSpPr/>
            <p:nvPr/>
          </p:nvSpPr>
          <p:spPr>
            <a:xfrm rot="5407132">
              <a:off x="4243011" y="979715"/>
              <a:ext cx="195038" cy="466151"/>
            </a:xfrm>
            <a:prstGeom prst="chevron">
              <a:avLst>
                <a:gd name="adj" fmla="val 50000"/>
              </a:avLst>
            </a:prstGeom>
            <a:solidFill>
              <a:srgbClr val="CFE2F3">
                <a:alpha val="658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600" b="0" i="0" u="none" strike="noStrike" cap="none">
                <a:solidFill>
                  <a:srgbClr val="000000"/>
                </a:solidFill>
                <a:ea typeface="Arial"/>
                <a:cs typeface="Arial"/>
                <a:sym typeface="Arial"/>
              </a:endParaRPr>
            </a:p>
          </p:txBody>
        </p:sp>
        <p:sp>
          <p:nvSpPr>
            <p:cNvPr id="8" name="Google Shape;90;p15">
              <a:extLst>
                <a:ext uri="{FF2B5EF4-FFF2-40B4-BE49-F238E27FC236}">
                  <a16:creationId xmlns:a16="http://schemas.microsoft.com/office/drawing/2014/main" id="{198ED288-559E-3998-C55D-7A72377B58FF}"/>
                </a:ext>
              </a:extLst>
            </p:cNvPr>
            <p:cNvSpPr/>
            <p:nvPr/>
          </p:nvSpPr>
          <p:spPr>
            <a:xfrm rot="5407132">
              <a:off x="4243011" y="1172510"/>
              <a:ext cx="195038" cy="466151"/>
            </a:xfrm>
            <a:prstGeom prst="chevron">
              <a:avLst>
                <a:gd name="adj" fmla="val 50000"/>
              </a:avLst>
            </a:prstGeom>
            <a:solidFill>
              <a:srgbClr val="CFE2F3">
                <a:alpha val="658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600" b="0" i="0" u="none" strike="noStrike" cap="none">
                <a:solidFill>
                  <a:srgbClr val="000000"/>
                </a:solidFill>
                <a:ea typeface="Arial"/>
                <a:cs typeface="Arial"/>
                <a:sym typeface="Arial"/>
              </a:endParaRPr>
            </a:p>
          </p:txBody>
        </p:sp>
        <p:sp>
          <p:nvSpPr>
            <p:cNvPr id="9" name="Google Shape;91;p15">
              <a:extLst>
                <a:ext uri="{FF2B5EF4-FFF2-40B4-BE49-F238E27FC236}">
                  <a16:creationId xmlns:a16="http://schemas.microsoft.com/office/drawing/2014/main" id="{E8BDD907-5A66-017A-8CD4-588A24CF7E41}"/>
                </a:ext>
              </a:extLst>
            </p:cNvPr>
            <p:cNvSpPr/>
            <p:nvPr/>
          </p:nvSpPr>
          <p:spPr>
            <a:xfrm rot="5407132">
              <a:off x="4243011" y="1367549"/>
              <a:ext cx="195038" cy="466151"/>
            </a:xfrm>
            <a:prstGeom prst="chevron">
              <a:avLst>
                <a:gd name="adj" fmla="val 50000"/>
              </a:avLst>
            </a:prstGeom>
            <a:solidFill>
              <a:srgbClr val="CFE2F3">
                <a:alpha val="658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600" b="0" i="0" u="none" strike="noStrike" cap="none">
                <a:solidFill>
                  <a:srgbClr val="000000"/>
                </a:solidFill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" name="Google Shape;275;g12ed61292f3_23_55">
            <a:extLst>
              <a:ext uri="{FF2B5EF4-FFF2-40B4-BE49-F238E27FC236}">
                <a16:creationId xmlns:a16="http://schemas.microsoft.com/office/drawing/2014/main" id="{D02DC93E-B261-1325-D422-91D81BB552A9}"/>
              </a:ext>
            </a:extLst>
          </p:cNvPr>
          <p:cNvSpPr/>
          <p:nvPr/>
        </p:nvSpPr>
        <p:spPr>
          <a:xfrm>
            <a:off x="954670" y="4000076"/>
            <a:ext cx="3585310" cy="1639229"/>
          </a:xfrm>
          <a:prstGeom prst="rect">
            <a:avLst/>
          </a:prstGeom>
          <a:noFill/>
          <a:ln w="6350" cap="flat" cmpd="sng">
            <a:solidFill>
              <a:srgbClr val="1F49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ru" sz="1000" b="0" i="0" u="none" strike="noStrike" cap="none" dirty="0">
                <a:solidFill>
                  <a:srgbClr val="1F497D"/>
                </a:solidFill>
                <a:latin typeface="+mj-lt"/>
                <a:ea typeface="Montserrat"/>
                <a:cs typeface="Montserrat"/>
                <a:sym typeface="Montserrat"/>
              </a:rPr>
              <a:t>Текст 2</a:t>
            </a:r>
            <a:endParaRPr sz="1000" b="0" i="0" u="none" strike="noStrike" cap="none" dirty="0">
              <a:solidFill>
                <a:srgbClr val="1F497D"/>
              </a:solidFill>
              <a:latin typeface="+mj-lt"/>
              <a:ea typeface="Montserrat"/>
              <a:cs typeface="Montserrat"/>
              <a:sym typeface="Montserrat"/>
            </a:endParaRPr>
          </a:p>
        </p:txBody>
      </p:sp>
      <p:cxnSp>
        <p:nvCxnSpPr>
          <p:cNvPr id="11" name="Google Shape;280;g12ed61292f3_23_55">
            <a:extLst>
              <a:ext uri="{FF2B5EF4-FFF2-40B4-BE49-F238E27FC236}">
                <a16:creationId xmlns:a16="http://schemas.microsoft.com/office/drawing/2014/main" id="{309873C2-1988-D58D-0AE4-BC921F5B1E0E}"/>
              </a:ext>
            </a:extLst>
          </p:cNvPr>
          <p:cNvCxnSpPr>
            <a:cxnSpLocks/>
            <a:stCxn id="10" idx="3"/>
            <a:endCxn id="14" idx="1"/>
          </p:cNvCxnSpPr>
          <p:nvPr/>
        </p:nvCxnSpPr>
        <p:spPr>
          <a:xfrm flipV="1">
            <a:off x="4539980" y="2004856"/>
            <a:ext cx="1732389" cy="2814835"/>
          </a:xfrm>
          <a:prstGeom prst="straightConnector1">
            <a:avLst/>
          </a:prstGeom>
          <a:noFill/>
          <a:ln w="6350" cap="flat" cmpd="sng">
            <a:solidFill>
              <a:srgbClr val="3C90DC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4" name="Google Shape;275;g12ed61292f3_23_55">
            <a:extLst>
              <a:ext uri="{FF2B5EF4-FFF2-40B4-BE49-F238E27FC236}">
                <a16:creationId xmlns:a16="http://schemas.microsoft.com/office/drawing/2014/main" id="{A37D8C13-26D6-4B7C-F33E-34FCF905D0CB}"/>
              </a:ext>
            </a:extLst>
          </p:cNvPr>
          <p:cNvSpPr/>
          <p:nvPr/>
        </p:nvSpPr>
        <p:spPr>
          <a:xfrm>
            <a:off x="6272369" y="1185241"/>
            <a:ext cx="3585310" cy="1639229"/>
          </a:xfrm>
          <a:prstGeom prst="rect">
            <a:avLst/>
          </a:prstGeom>
          <a:noFill/>
          <a:ln w="6350" cap="flat" cmpd="sng">
            <a:solidFill>
              <a:srgbClr val="1F49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ru" sz="1000" b="0" i="0" u="none" strike="noStrike" cap="none" dirty="0">
                <a:solidFill>
                  <a:srgbClr val="1F497D"/>
                </a:solidFill>
                <a:latin typeface="+mj-lt"/>
                <a:ea typeface="Montserrat"/>
                <a:cs typeface="Montserrat"/>
                <a:sym typeface="Montserrat"/>
              </a:rPr>
              <a:t>Текст 3</a:t>
            </a:r>
            <a:endParaRPr sz="1000" b="0" i="0" u="none" strike="noStrike" cap="none" dirty="0">
              <a:solidFill>
                <a:srgbClr val="1F497D"/>
              </a:solidFill>
              <a:latin typeface="+mj-lt"/>
              <a:ea typeface="Montserrat"/>
              <a:cs typeface="Montserrat"/>
              <a:sym typeface="Montserrat"/>
            </a:endParaRPr>
          </a:p>
        </p:txBody>
      </p:sp>
      <p:sp>
        <p:nvSpPr>
          <p:cNvPr id="16" name="Google Shape;275;g12ed61292f3_23_55">
            <a:extLst>
              <a:ext uri="{FF2B5EF4-FFF2-40B4-BE49-F238E27FC236}">
                <a16:creationId xmlns:a16="http://schemas.microsoft.com/office/drawing/2014/main" id="{EB50BCC9-26E0-DC2E-9B9D-CFE20E08AE57}"/>
              </a:ext>
            </a:extLst>
          </p:cNvPr>
          <p:cNvSpPr/>
          <p:nvPr/>
        </p:nvSpPr>
        <p:spPr>
          <a:xfrm>
            <a:off x="6311398" y="4000077"/>
            <a:ext cx="3585310" cy="1639229"/>
          </a:xfrm>
          <a:prstGeom prst="rect">
            <a:avLst/>
          </a:prstGeom>
          <a:noFill/>
          <a:ln w="6350" cap="flat" cmpd="sng">
            <a:solidFill>
              <a:srgbClr val="1F49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ru" sz="1000" b="0" i="0" u="none" strike="noStrike" cap="none" dirty="0">
                <a:solidFill>
                  <a:srgbClr val="1F497D"/>
                </a:solidFill>
                <a:latin typeface="+mj-lt"/>
                <a:ea typeface="Montserrat"/>
                <a:cs typeface="Montserrat"/>
                <a:sym typeface="Montserrat"/>
              </a:rPr>
              <a:t>Текст 4</a:t>
            </a:r>
            <a:endParaRPr sz="1000" b="0" i="0" u="none" strike="noStrike" cap="none" dirty="0">
              <a:solidFill>
                <a:srgbClr val="1F497D"/>
              </a:solidFill>
              <a:latin typeface="+mj-lt"/>
              <a:ea typeface="Montserrat"/>
              <a:cs typeface="Montserrat"/>
              <a:sym typeface="Montserrat"/>
            </a:endParaRPr>
          </a:p>
        </p:txBody>
      </p:sp>
      <p:grpSp>
        <p:nvGrpSpPr>
          <p:cNvPr id="17" name="Группа 16">
            <a:extLst>
              <a:ext uri="{FF2B5EF4-FFF2-40B4-BE49-F238E27FC236}">
                <a16:creationId xmlns:a16="http://schemas.microsoft.com/office/drawing/2014/main" id="{26652430-56EA-3E72-89CC-E560B6160D81}"/>
              </a:ext>
            </a:extLst>
          </p:cNvPr>
          <p:cNvGrpSpPr/>
          <p:nvPr/>
        </p:nvGrpSpPr>
        <p:grpSpPr>
          <a:xfrm>
            <a:off x="7891250" y="2892568"/>
            <a:ext cx="632637" cy="1035421"/>
            <a:chOff x="4107454" y="1115272"/>
            <a:chExt cx="466151" cy="582872"/>
          </a:xfrm>
        </p:grpSpPr>
        <p:sp>
          <p:nvSpPr>
            <p:cNvPr id="18" name="Google Shape;89;p15">
              <a:extLst>
                <a:ext uri="{FF2B5EF4-FFF2-40B4-BE49-F238E27FC236}">
                  <a16:creationId xmlns:a16="http://schemas.microsoft.com/office/drawing/2014/main" id="{89C10CEA-09C4-4307-E85D-DDF844B1B84C}"/>
                </a:ext>
              </a:extLst>
            </p:cNvPr>
            <p:cNvSpPr/>
            <p:nvPr/>
          </p:nvSpPr>
          <p:spPr>
            <a:xfrm rot="5407132">
              <a:off x="4243011" y="979715"/>
              <a:ext cx="195038" cy="466151"/>
            </a:xfrm>
            <a:prstGeom prst="chevron">
              <a:avLst>
                <a:gd name="adj" fmla="val 50000"/>
              </a:avLst>
            </a:prstGeom>
            <a:solidFill>
              <a:srgbClr val="CFE2F3">
                <a:alpha val="658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600" b="0" i="0" u="none" strike="noStrike" cap="none">
                <a:solidFill>
                  <a:srgbClr val="000000"/>
                </a:solidFill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90;p15">
              <a:extLst>
                <a:ext uri="{FF2B5EF4-FFF2-40B4-BE49-F238E27FC236}">
                  <a16:creationId xmlns:a16="http://schemas.microsoft.com/office/drawing/2014/main" id="{E55B724D-177E-4985-905C-46A8D7FB6FB5}"/>
                </a:ext>
              </a:extLst>
            </p:cNvPr>
            <p:cNvSpPr/>
            <p:nvPr/>
          </p:nvSpPr>
          <p:spPr>
            <a:xfrm rot="5407132">
              <a:off x="4243011" y="1172510"/>
              <a:ext cx="195038" cy="466151"/>
            </a:xfrm>
            <a:prstGeom prst="chevron">
              <a:avLst>
                <a:gd name="adj" fmla="val 50000"/>
              </a:avLst>
            </a:prstGeom>
            <a:solidFill>
              <a:srgbClr val="CFE2F3">
                <a:alpha val="658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600" b="0" i="0" u="none" strike="noStrike" cap="none">
                <a:solidFill>
                  <a:srgbClr val="000000"/>
                </a:solidFill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91;p15">
              <a:extLst>
                <a:ext uri="{FF2B5EF4-FFF2-40B4-BE49-F238E27FC236}">
                  <a16:creationId xmlns:a16="http://schemas.microsoft.com/office/drawing/2014/main" id="{0CC344A0-754D-7D16-2CBB-72C3CE700337}"/>
                </a:ext>
              </a:extLst>
            </p:cNvPr>
            <p:cNvSpPr/>
            <p:nvPr/>
          </p:nvSpPr>
          <p:spPr>
            <a:xfrm rot="5407132">
              <a:off x="4243011" y="1367549"/>
              <a:ext cx="195038" cy="466151"/>
            </a:xfrm>
            <a:prstGeom prst="chevron">
              <a:avLst>
                <a:gd name="adj" fmla="val 50000"/>
              </a:avLst>
            </a:prstGeom>
            <a:solidFill>
              <a:srgbClr val="CFE2F3">
                <a:alpha val="658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600" b="0" i="0" u="none" strike="noStrike" cap="none">
                <a:solidFill>
                  <a:srgbClr val="000000"/>
                </a:solidFill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" name="Группа 24">
            <a:extLst>
              <a:ext uri="{FF2B5EF4-FFF2-40B4-BE49-F238E27FC236}">
                <a16:creationId xmlns:a16="http://schemas.microsoft.com/office/drawing/2014/main" id="{25CC24DD-5074-E602-8171-6DC7334BD42A}"/>
              </a:ext>
            </a:extLst>
          </p:cNvPr>
          <p:cNvGrpSpPr/>
          <p:nvPr/>
        </p:nvGrpSpPr>
        <p:grpSpPr>
          <a:xfrm>
            <a:off x="11330354" y="6107172"/>
            <a:ext cx="513035" cy="513034"/>
            <a:chOff x="1261434" y="1228635"/>
            <a:chExt cx="937667" cy="937666"/>
          </a:xfrm>
        </p:grpSpPr>
        <p:sp>
          <p:nvSpPr>
            <p:cNvPr id="26" name="Овал 25">
              <a:extLst>
                <a:ext uri="{FF2B5EF4-FFF2-40B4-BE49-F238E27FC236}">
                  <a16:creationId xmlns:a16="http://schemas.microsoft.com/office/drawing/2014/main" id="{BA5BA1CC-D4DE-6575-AD7E-3BC1D87BBA20}"/>
                </a:ext>
              </a:extLst>
            </p:cNvPr>
            <p:cNvSpPr/>
            <p:nvPr/>
          </p:nvSpPr>
          <p:spPr>
            <a:xfrm>
              <a:off x="1261434" y="1228635"/>
              <a:ext cx="937667" cy="937666"/>
            </a:xfrm>
            <a:prstGeom prst="ellipse">
              <a:avLst/>
            </a:prstGeom>
            <a:solidFill>
              <a:srgbClr val="699BC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27" name="Рисунок 26">
              <a:extLst>
                <a:ext uri="{FF2B5EF4-FFF2-40B4-BE49-F238E27FC236}">
                  <a16:creationId xmlns:a16="http://schemas.microsoft.com/office/drawing/2014/main" id="{C6A5E6D1-98EE-AADA-457B-86FFA73EF1E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" r="66639" b="1303"/>
            <a:stretch/>
          </p:blipFill>
          <p:spPr>
            <a:xfrm>
              <a:off x="1567979" y="1399380"/>
              <a:ext cx="324578" cy="596177"/>
            </a:xfrm>
            <a:prstGeom prst="rect">
              <a:avLst/>
            </a:prstGeom>
          </p:spPr>
        </p:pic>
      </p:grpSp>
      <p:sp>
        <p:nvSpPr>
          <p:cNvPr id="29" name="Google Shape;116;p16">
            <a:extLst>
              <a:ext uri="{FF2B5EF4-FFF2-40B4-BE49-F238E27FC236}">
                <a16:creationId xmlns:a16="http://schemas.microsoft.com/office/drawing/2014/main" id="{A6904865-DFC5-30AE-43C7-886B30500996}"/>
              </a:ext>
            </a:extLst>
          </p:cNvPr>
          <p:cNvSpPr/>
          <p:nvPr/>
        </p:nvSpPr>
        <p:spPr>
          <a:xfrm>
            <a:off x="4522377" y="2564588"/>
            <a:ext cx="1806625" cy="1695370"/>
          </a:xfrm>
          <a:prstGeom prst="ellipse">
            <a:avLst/>
          </a:prstGeom>
          <a:solidFill>
            <a:srgbClr val="BBD6EE">
              <a:alpha val="4941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24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5EDEA950-5D62-42E8-4ABE-D740B130627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r="66639" b="1303"/>
          <a:stretch/>
        </p:blipFill>
        <p:spPr>
          <a:xfrm>
            <a:off x="5195603" y="3045237"/>
            <a:ext cx="460172" cy="845222"/>
          </a:xfrm>
          <a:prstGeom prst="rect">
            <a:avLst/>
          </a:prstGeom>
        </p:spPr>
      </p:pic>
      <p:sp>
        <p:nvSpPr>
          <p:cNvPr id="31" name="Google Shape;207;p30">
            <a:extLst>
              <a:ext uri="{FF2B5EF4-FFF2-40B4-BE49-F238E27FC236}">
                <a16:creationId xmlns:a16="http://schemas.microsoft.com/office/drawing/2014/main" id="{E8D8D187-7A2B-4AB4-36CD-0776AEC46046}"/>
              </a:ext>
            </a:extLst>
          </p:cNvPr>
          <p:cNvSpPr txBox="1"/>
          <p:nvPr/>
        </p:nvSpPr>
        <p:spPr>
          <a:xfrm>
            <a:off x="581846" y="6149789"/>
            <a:ext cx="1991892" cy="376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indent="0"/>
            <a:r>
              <a:rPr lang="ru" sz="1000" i="1" dirty="0">
                <a:solidFill>
                  <a:srgbClr val="001A72"/>
                </a:solidFill>
                <a:sym typeface="Arial Narrow"/>
              </a:rPr>
              <a:t>Институт математики </a:t>
            </a:r>
            <a:br>
              <a:rPr lang="ru" sz="1000" i="1" dirty="0">
                <a:solidFill>
                  <a:srgbClr val="001A72"/>
                </a:solidFill>
                <a:sym typeface="Arial Narrow"/>
              </a:rPr>
            </a:br>
            <a:r>
              <a:rPr lang="ru" sz="1000" i="1" dirty="0">
                <a:solidFill>
                  <a:srgbClr val="001A72"/>
                </a:solidFill>
                <a:sym typeface="Arial Narrow"/>
              </a:rPr>
              <a:t>и компьютерных технологий</a:t>
            </a:r>
          </a:p>
        </p:txBody>
      </p:sp>
      <p:pic>
        <p:nvPicPr>
          <p:cNvPr id="32" name="Google Shape;209;p30">
            <a:extLst>
              <a:ext uri="{FF2B5EF4-FFF2-40B4-BE49-F238E27FC236}">
                <a16:creationId xmlns:a16="http://schemas.microsoft.com/office/drawing/2014/main" id="{BDCA5F6A-DE13-6439-BC84-8F761710A33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31345" y="6193536"/>
            <a:ext cx="302210" cy="297608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157;p17">
            <a:extLst>
              <a:ext uri="{FF2B5EF4-FFF2-40B4-BE49-F238E27FC236}">
                <a16:creationId xmlns:a16="http://schemas.microsoft.com/office/drawing/2014/main" id="{3190A516-D705-AFC5-C470-EF74FCFDF973}"/>
              </a:ext>
            </a:extLst>
          </p:cNvPr>
          <p:cNvSpPr/>
          <p:nvPr/>
        </p:nvSpPr>
        <p:spPr>
          <a:xfrm>
            <a:off x="4307479" y="815742"/>
            <a:ext cx="2340294" cy="2389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algn="ctr">
              <a:buSzPts val="1400"/>
            </a:pPr>
            <a:r>
              <a:rPr lang="ru-RU" sz="1100" b="1" dirty="0">
                <a:solidFill>
                  <a:srgbClr val="0074BD"/>
                </a:solidFill>
                <a:latin typeface="Montserrat"/>
                <a:ea typeface="Montserrat"/>
                <a:cs typeface="Montserrat"/>
                <a:sym typeface="Montserrat"/>
              </a:rPr>
              <a:t>Слово</a:t>
            </a:r>
          </a:p>
        </p:txBody>
      </p:sp>
      <p:sp>
        <p:nvSpPr>
          <p:cNvPr id="34" name="Google Shape;106;p15">
            <a:extLst>
              <a:ext uri="{FF2B5EF4-FFF2-40B4-BE49-F238E27FC236}">
                <a16:creationId xmlns:a16="http://schemas.microsoft.com/office/drawing/2014/main" id="{74C9F123-8823-FD1E-FAD1-C575FA4351E5}"/>
              </a:ext>
            </a:extLst>
          </p:cNvPr>
          <p:cNvSpPr txBox="1">
            <a:spLocks/>
          </p:cNvSpPr>
          <p:nvPr/>
        </p:nvSpPr>
        <p:spPr>
          <a:xfrm>
            <a:off x="11736659" y="6481143"/>
            <a:ext cx="442537" cy="3768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850" tIns="36425" rIns="72850" bIns="36425" anchor="ctr" anchorCtr="0">
            <a:normAutofit fontScale="6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r>
              <a:rPr lang="ru" sz="1000" dirty="0">
                <a:latin typeface="+mj-lt"/>
                <a:ea typeface="Montserrat"/>
                <a:cs typeface="Montserrat"/>
                <a:sym typeface="Montserrat"/>
              </a:rPr>
              <a:t>НОМЕР СТРАНИЦЫ</a:t>
            </a:r>
          </a:p>
        </p:txBody>
      </p:sp>
    </p:spTree>
    <p:extLst>
      <p:ext uri="{BB962C8B-B14F-4D97-AF65-F5344CB8AC3E}">
        <p14:creationId xmlns:p14="http://schemas.microsoft.com/office/powerpoint/2010/main" val="37129180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275;g12ed61292f3_23_55">
            <a:extLst>
              <a:ext uri="{FF2B5EF4-FFF2-40B4-BE49-F238E27FC236}">
                <a16:creationId xmlns:a16="http://schemas.microsoft.com/office/drawing/2014/main" id="{19D53E61-29ED-C58D-E837-798EEA53C5DD}"/>
              </a:ext>
            </a:extLst>
          </p:cNvPr>
          <p:cNvSpPr/>
          <p:nvPr/>
        </p:nvSpPr>
        <p:spPr>
          <a:xfrm>
            <a:off x="380383" y="1040276"/>
            <a:ext cx="3585310" cy="1639229"/>
          </a:xfrm>
          <a:prstGeom prst="rect">
            <a:avLst/>
          </a:prstGeom>
          <a:noFill/>
          <a:ln w="6350" cap="flat" cmpd="sng">
            <a:solidFill>
              <a:srgbClr val="1F49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ru" sz="1000" b="0" i="0" u="none" strike="noStrike" cap="none" dirty="0">
                <a:solidFill>
                  <a:srgbClr val="1F497D"/>
                </a:solidFill>
                <a:latin typeface="+mj-lt"/>
                <a:ea typeface="Montserrat"/>
                <a:cs typeface="Montserrat"/>
                <a:sym typeface="Montserrat"/>
              </a:rPr>
              <a:t>Текст 1</a:t>
            </a:r>
            <a:endParaRPr sz="1000" b="0" i="0" u="none" strike="noStrike" cap="none" dirty="0">
              <a:solidFill>
                <a:srgbClr val="1F497D"/>
              </a:solidFill>
              <a:latin typeface="+mj-lt"/>
              <a:ea typeface="Montserrat"/>
              <a:cs typeface="Montserrat"/>
              <a:sym typeface="Montserrat"/>
            </a:endParaRPr>
          </a:p>
        </p:txBody>
      </p:sp>
      <p:sp>
        <p:nvSpPr>
          <p:cNvPr id="4" name="Google Shape;275;g12ed61292f3_23_55">
            <a:extLst>
              <a:ext uri="{FF2B5EF4-FFF2-40B4-BE49-F238E27FC236}">
                <a16:creationId xmlns:a16="http://schemas.microsoft.com/office/drawing/2014/main" id="{8EA6FB1A-C322-26FC-5778-8EDBC5550DC1}"/>
              </a:ext>
            </a:extLst>
          </p:cNvPr>
          <p:cNvSpPr/>
          <p:nvPr/>
        </p:nvSpPr>
        <p:spPr>
          <a:xfrm>
            <a:off x="4303345" y="1040276"/>
            <a:ext cx="3585310" cy="1639229"/>
          </a:xfrm>
          <a:prstGeom prst="rect">
            <a:avLst/>
          </a:prstGeom>
          <a:noFill/>
          <a:ln w="6350" cap="flat" cmpd="sng">
            <a:solidFill>
              <a:srgbClr val="1F49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ru" sz="1000" b="0" i="0" u="none" strike="noStrike" cap="none" dirty="0">
                <a:solidFill>
                  <a:srgbClr val="1F497D"/>
                </a:solidFill>
                <a:latin typeface="+mj-lt"/>
                <a:ea typeface="Montserrat"/>
                <a:cs typeface="Montserrat"/>
                <a:sym typeface="Montserrat"/>
              </a:rPr>
              <a:t>Текст 2</a:t>
            </a:r>
            <a:endParaRPr sz="1000" b="0" i="0" u="none" strike="noStrike" cap="none" dirty="0">
              <a:solidFill>
                <a:srgbClr val="1F497D"/>
              </a:solidFill>
              <a:latin typeface="+mj-lt"/>
              <a:ea typeface="Montserrat"/>
              <a:cs typeface="Montserrat"/>
              <a:sym typeface="Montserrat"/>
            </a:endParaRPr>
          </a:p>
        </p:txBody>
      </p:sp>
      <p:sp>
        <p:nvSpPr>
          <p:cNvPr id="5" name="Google Shape;275;g12ed61292f3_23_55">
            <a:extLst>
              <a:ext uri="{FF2B5EF4-FFF2-40B4-BE49-F238E27FC236}">
                <a16:creationId xmlns:a16="http://schemas.microsoft.com/office/drawing/2014/main" id="{CD4BD6B6-D443-D592-C918-536D0FAFB545}"/>
              </a:ext>
            </a:extLst>
          </p:cNvPr>
          <p:cNvSpPr/>
          <p:nvPr/>
        </p:nvSpPr>
        <p:spPr>
          <a:xfrm>
            <a:off x="8226307" y="1040276"/>
            <a:ext cx="3585310" cy="1639229"/>
          </a:xfrm>
          <a:prstGeom prst="rect">
            <a:avLst/>
          </a:prstGeom>
          <a:noFill/>
          <a:ln w="6350" cap="flat" cmpd="sng">
            <a:solidFill>
              <a:srgbClr val="1F49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ru" sz="1000" b="0" i="0" u="none" strike="noStrike" cap="none" dirty="0">
                <a:solidFill>
                  <a:srgbClr val="1F497D"/>
                </a:solidFill>
                <a:latin typeface="+mj-lt"/>
                <a:ea typeface="Montserrat"/>
                <a:cs typeface="Montserrat"/>
                <a:sym typeface="Montserrat"/>
              </a:rPr>
              <a:t>Текст 3</a:t>
            </a:r>
            <a:endParaRPr sz="1000" b="0" i="0" u="none" strike="noStrike" cap="none" dirty="0">
              <a:solidFill>
                <a:srgbClr val="1F497D"/>
              </a:solidFill>
              <a:latin typeface="+mj-lt"/>
              <a:ea typeface="Montserrat"/>
              <a:cs typeface="Montserrat"/>
              <a:sym typeface="Montserrat"/>
            </a:endParaRPr>
          </a:p>
        </p:txBody>
      </p:sp>
      <p:sp>
        <p:nvSpPr>
          <p:cNvPr id="6" name="Google Shape;67;p15">
            <a:extLst>
              <a:ext uri="{FF2B5EF4-FFF2-40B4-BE49-F238E27FC236}">
                <a16:creationId xmlns:a16="http://schemas.microsoft.com/office/drawing/2014/main" id="{90AAC7A5-A3CF-78CA-3451-F5BC96762415}"/>
              </a:ext>
            </a:extLst>
          </p:cNvPr>
          <p:cNvSpPr txBox="1"/>
          <p:nvPr/>
        </p:nvSpPr>
        <p:spPr>
          <a:xfrm>
            <a:off x="275576" y="214114"/>
            <a:ext cx="5744648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buSzPts val="1900"/>
            </a:pPr>
            <a:r>
              <a:rPr lang="ru" sz="2000" b="1" dirty="0">
                <a:solidFill>
                  <a:schemeClr val="dk1"/>
                </a:solidFill>
                <a:ea typeface="Montserrat Medium"/>
                <a:cs typeface="Montserrat Medium"/>
                <a:sym typeface="Montserrat Medium"/>
              </a:rPr>
              <a:t>ЗАГОЛОВОК</a:t>
            </a:r>
            <a:endParaRPr sz="2000" b="1" i="0" u="none" strike="noStrike" cap="none" dirty="0">
              <a:solidFill>
                <a:schemeClr val="dk1"/>
              </a:solidFill>
              <a:latin typeface="+mj-lt"/>
              <a:ea typeface="Montserrat Medium"/>
              <a:cs typeface="Montserrat Medium"/>
              <a:sym typeface="Montserrat Medium"/>
            </a:endParaRPr>
          </a:p>
        </p:txBody>
      </p:sp>
      <p:grpSp>
        <p:nvGrpSpPr>
          <p:cNvPr id="7" name="Группа 6">
            <a:extLst>
              <a:ext uri="{FF2B5EF4-FFF2-40B4-BE49-F238E27FC236}">
                <a16:creationId xmlns:a16="http://schemas.microsoft.com/office/drawing/2014/main" id="{FE6EDC5F-560F-026D-0A58-D42B9C4CBD25}"/>
              </a:ext>
            </a:extLst>
          </p:cNvPr>
          <p:cNvGrpSpPr/>
          <p:nvPr/>
        </p:nvGrpSpPr>
        <p:grpSpPr>
          <a:xfrm>
            <a:off x="11330354" y="6107172"/>
            <a:ext cx="513035" cy="513034"/>
            <a:chOff x="1261434" y="1228635"/>
            <a:chExt cx="937667" cy="937666"/>
          </a:xfrm>
        </p:grpSpPr>
        <p:sp>
          <p:nvSpPr>
            <p:cNvPr id="8" name="Овал 7">
              <a:extLst>
                <a:ext uri="{FF2B5EF4-FFF2-40B4-BE49-F238E27FC236}">
                  <a16:creationId xmlns:a16="http://schemas.microsoft.com/office/drawing/2014/main" id="{5F21C7A5-DA00-9A8E-EDC3-42248937C95D}"/>
                </a:ext>
              </a:extLst>
            </p:cNvPr>
            <p:cNvSpPr/>
            <p:nvPr/>
          </p:nvSpPr>
          <p:spPr>
            <a:xfrm>
              <a:off x="1261434" y="1228635"/>
              <a:ext cx="937667" cy="937666"/>
            </a:xfrm>
            <a:prstGeom prst="ellipse">
              <a:avLst/>
            </a:prstGeom>
            <a:solidFill>
              <a:srgbClr val="699BC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9" name="Рисунок 8">
              <a:extLst>
                <a:ext uri="{FF2B5EF4-FFF2-40B4-BE49-F238E27FC236}">
                  <a16:creationId xmlns:a16="http://schemas.microsoft.com/office/drawing/2014/main" id="{3012E54E-DD9C-DB1D-D033-5D85754B17C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" r="66639" b="1303"/>
            <a:stretch/>
          </p:blipFill>
          <p:spPr>
            <a:xfrm>
              <a:off x="1567979" y="1399380"/>
              <a:ext cx="324578" cy="596177"/>
            </a:xfrm>
            <a:prstGeom prst="rect">
              <a:avLst/>
            </a:prstGeom>
          </p:spPr>
        </p:pic>
      </p:grpSp>
      <p:sp>
        <p:nvSpPr>
          <p:cNvPr id="10" name="Google Shape;275;g12ed61292f3_23_55">
            <a:extLst>
              <a:ext uri="{FF2B5EF4-FFF2-40B4-BE49-F238E27FC236}">
                <a16:creationId xmlns:a16="http://schemas.microsoft.com/office/drawing/2014/main" id="{D61406D6-A48A-CF33-3457-A928D8977230}"/>
              </a:ext>
            </a:extLst>
          </p:cNvPr>
          <p:cNvSpPr/>
          <p:nvPr/>
        </p:nvSpPr>
        <p:spPr>
          <a:xfrm>
            <a:off x="2892504" y="3013255"/>
            <a:ext cx="6406992" cy="3136534"/>
          </a:xfrm>
          <a:prstGeom prst="rect">
            <a:avLst/>
          </a:prstGeom>
          <a:noFill/>
          <a:ln w="6350" cap="flat" cmpd="sng">
            <a:solidFill>
              <a:srgbClr val="1F49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ru" sz="1000" dirty="0">
                <a:solidFill>
                  <a:srgbClr val="1F497D"/>
                </a:solidFill>
                <a:latin typeface="+mj-lt"/>
                <a:ea typeface="Montserrat"/>
                <a:cs typeface="Montserrat"/>
                <a:sym typeface="Montserrat"/>
              </a:rPr>
              <a:t>ИЗОБРАЖЕНИЕ</a:t>
            </a:r>
            <a:endParaRPr sz="1000" b="0" i="0" u="none" strike="noStrike" cap="none" dirty="0">
              <a:solidFill>
                <a:srgbClr val="1F497D"/>
              </a:solidFill>
              <a:latin typeface="+mj-lt"/>
              <a:ea typeface="Montserrat"/>
              <a:cs typeface="Montserrat"/>
              <a:sym typeface="Montserrat"/>
            </a:endParaRPr>
          </a:p>
        </p:txBody>
      </p:sp>
      <p:sp>
        <p:nvSpPr>
          <p:cNvPr id="11" name="Google Shape;207;p30">
            <a:extLst>
              <a:ext uri="{FF2B5EF4-FFF2-40B4-BE49-F238E27FC236}">
                <a16:creationId xmlns:a16="http://schemas.microsoft.com/office/drawing/2014/main" id="{4A7C3A52-9056-95B1-BC48-EDF60EBC0B94}"/>
              </a:ext>
            </a:extLst>
          </p:cNvPr>
          <p:cNvSpPr txBox="1"/>
          <p:nvPr/>
        </p:nvSpPr>
        <p:spPr>
          <a:xfrm>
            <a:off x="581846" y="6149789"/>
            <a:ext cx="1991892" cy="376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indent="0"/>
            <a:r>
              <a:rPr lang="ru" sz="1000" i="1" dirty="0">
                <a:solidFill>
                  <a:srgbClr val="001A72"/>
                </a:solidFill>
                <a:sym typeface="Arial Narrow"/>
              </a:rPr>
              <a:t>Институт математики </a:t>
            </a:r>
            <a:br>
              <a:rPr lang="ru" sz="1000" i="1" dirty="0">
                <a:solidFill>
                  <a:srgbClr val="001A72"/>
                </a:solidFill>
                <a:sym typeface="Arial Narrow"/>
              </a:rPr>
            </a:br>
            <a:r>
              <a:rPr lang="ru" sz="1000" i="1" dirty="0">
                <a:solidFill>
                  <a:srgbClr val="001A72"/>
                </a:solidFill>
                <a:sym typeface="Arial Narrow"/>
              </a:rPr>
              <a:t>и компьютерных технологий</a:t>
            </a:r>
          </a:p>
        </p:txBody>
      </p:sp>
      <p:pic>
        <p:nvPicPr>
          <p:cNvPr id="12" name="Google Shape;209;p30">
            <a:extLst>
              <a:ext uri="{FF2B5EF4-FFF2-40B4-BE49-F238E27FC236}">
                <a16:creationId xmlns:a16="http://schemas.microsoft.com/office/drawing/2014/main" id="{91FAF51A-EBB0-3015-2469-8801F3233CC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31345" y="6193536"/>
            <a:ext cx="302210" cy="297608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06;p15">
            <a:extLst>
              <a:ext uri="{FF2B5EF4-FFF2-40B4-BE49-F238E27FC236}">
                <a16:creationId xmlns:a16="http://schemas.microsoft.com/office/drawing/2014/main" id="{4C11775A-7341-00E1-707E-A51AD52E7DF7}"/>
              </a:ext>
            </a:extLst>
          </p:cNvPr>
          <p:cNvSpPr txBox="1">
            <a:spLocks/>
          </p:cNvSpPr>
          <p:nvPr/>
        </p:nvSpPr>
        <p:spPr>
          <a:xfrm>
            <a:off x="11736659" y="6481143"/>
            <a:ext cx="442537" cy="3768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850" tIns="36425" rIns="72850" bIns="36425" anchor="ctr" anchorCtr="0">
            <a:normAutofit fontScale="6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r>
              <a:rPr lang="ru" sz="1000" dirty="0">
                <a:latin typeface="+mj-lt"/>
                <a:ea typeface="Montserrat"/>
                <a:cs typeface="Montserrat"/>
                <a:sym typeface="Montserrat"/>
              </a:rPr>
              <a:t>НОМЕР СТРАНИЦЫ</a:t>
            </a:r>
          </a:p>
        </p:txBody>
      </p:sp>
    </p:spTree>
    <p:extLst>
      <p:ext uri="{BB962C8B-B14F-4D97-AF65-F5344CB8AC3E}">
        <p14:creationId xmlns:p14="http://schemas.microsoft.com/office/powerpoint/2010/main" val="26951978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75;g12ed61292f3_23_55">
            <a:extLst>
              <a:ext uri="{FF2B5EF4-FFF2-40B4-BE49-F238E27FC236}">
                <a16:creationId xmlns:a16="http://schemas.microsoft.com/office/drawing/2014/main" id="{233574EE-B2D3-21CE-0C59-D181BA3B3779}"/>
              </a:ext>
            </a:extLst>
          </p:cNvPr>
          <p:cNvSpPr/>
          <p:nvPr/>
        </p:nvSpPr>
        <p:spPr>
          <a:xfrm>
            <a:off x="3691053" y="2782228"/>
            <a:ext cx="2978810" cy="1639229"/>
          </a:xfrm>
          <a:prstGeom prst="rect">
            <a:avLst/>
          </a:prstGeom>
          <a:noFill/>
          <a:ln w="6350" cap="flat" cmpd="sng">
            <a:solidFill>
              <a:srgbClr val="1F49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ru" sz="1000" b="0" i="0" u="none" strike="noStrike" cap="none" dirty="0">
                <a:solidFill>
                  <a:srgbClr val="1F497D"/>
                </a:solidFill>
                <a:latin typeface="+mj-lt"/>
                <a:ea typeface="Montserrat"/>
                <a:cs typeface="Montserrat"/>
                <a:sym typeface="Montserrat"/>
              </a:rPr>
              <a:t>Текст 2</a:t>
            </a:r>
            <a:endParaRPr sz="1000" b="0" i="0" u="none" strike="noStrike" cap="none" dirty="0">
              <a:solidFill>
                <a:srgbClr val="1F497D"/>
              </a:solidFill>
              <a:latin typeface="+mj-lt"/>
              <a:ea typeface="Montserrat"/>
              <a:cs typeface="Montserrat"/>
              <a:sym typeface="Montserrat"/>
            </a:endParaRPr>
          </a:p>
        </p:txBody>
      </p:sp>
      <p:sp>
        <p:nvSpPr>
          <p:cNvPr id="7" name="Google Shape;275;g12ed61292f3_23_55">
            <a:extLst>
              <a:ext uri="{FF2B5EF4-FFF2-40B4-BE49-F238E27FC236}">
                <a16:creationId xmlns:a16="http://schemas.microsoft.com/office/drawing/2014/main" id="{87BEF96E-E91B-355F-B908-648615F819A9}"/>
              </a:ext>
            </a:extLst>
          </p:cNvPr>
          <p:cNvSpPr/>
          <p:nvPr/>
        </p:nvSpPr>
        <p:spPr>
          <a:xfrm>
            <a:off x="7593980" y="1459448"/>
            <a:ext cx="3932240" cy="3939103"/>
          </a:xfrm>
          <a:prstGeom prst="rect">
            <a:avLst/>
          </a:prstGeom>
          <a:noFill/>
          <a:ln w="6350" cap="flat" cmpd="sng">
            <a:solidFill>
              <a:srgbClr val="1F49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ru" sz="1000" dirty="0">
                <a:solidFill>
                  <a:srgbClr val="1F497D"/>
                </a:solidFill>
                <a:latin typeface="+mj-lt"/>
                <a:ea typeface="Montserrat"/>
                <a:cs typeface="Montserrat"/>
                <a:sym typeface="Montserrat"/>
              </a:rPr>
              <a:t>ИЗОБРАЖЕНИЕ</a:t>
            </a:r>
            <a:endParaRPr sz="1000" b="0" i="0" u="none" strike="noStrike" cap="none" dirty="0">
              <a:solidFill>
                <a:srgbClr val="1F497D"/>
              </a:solidFill>
              <a:latin typeface="+mj-lt"/>
              <a:ea typeface="Montserrat"/>
              <a:cs typeface="Montserrat"/>
              <a:sym typeface="Montserrat"/>
            </a:endParaRPr>
          </a:p>
        </p:txBody>
      </p:sp>
      <p:grpSp>
        <p:nvGrpSpPr>
          <p:cNvPr id="12" name="Группа 11">
            <a:extLst>
              <a:ext uri="{FF2B5EF4-FFF2-40B4-BE49-F238E27FC236}">
                <a16:creationId xmlns:a16="http://schemas.microsoft.com/office/drawing/2014/main" id="{E9098B32-96E1-24BA-94B2-70CB4270CBA7}"/>
              </a:ext>
            </a:extLst>
          </p:cNvPr>
          <p:cNvGrpSpPr/>
          <p:nvPr/>
        </p:nvGrpSpPr>
        <p:grpSpPr>
          <a:xfrm>
            <a:off x="11330354" y="6107172"/>
            <a:ext cx="513035" cy="513034"/>
            <a:chOff x="1261434" y="1228635"/>
            <a:chExt cx="937667" cy="937666"/>
          </a:xfrm>
        </p:grpSpPr>
        <p:sp>
          <p:nvSpPr>
            <p:cNvPr id="13" name="Овал 12">
              <a:extLst>
                <a:ext uri="{FF2B5EF4-FFF2-40B4-BE49-F238E27FC236}">
                  <a16:creationId xmlns:a16="http://schemas.microsoft.com/office/drawing/2014/main" id="{DC20D3B6-4E3D-CEA0-ADB2-DFD5830281E3}"/>
                </a:ext>
              </a:extLst>
            </p:cNvPr>
            <p:cNvSpPr/>
            <p:nvPr/>
          </p:nvSpPr>
          <p:spPr>
            <a:xfrm>
              <a:off x="1261434" y="1228635"/>
              <a:ext cx="937667" cy="937666"/>
            </a:xfrm>
            <a:prstGeom prst="ellipse">
              <a:avLst/>
            </a:prstGeom>
            <a:solidFill>
              <a:srgbClr val="699BC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14" name="Рисунок 13">
              <a:extLst>
                <a:ext uri="{FF2B5EF4-FFF2-40B4-BE49-F238E27FC236}">
                  <a16:creationId xmlns:a16="http://schemas.microsoft.com/office/drawing/2014/main" id="{904C60A6-9988-8E83-C32A-57531BAC98C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" r="66639" b="1303"/>
            <a:stretch/>
          </p:blipFill>
          <p:spPr>
            <a:xfrm>
              <a:off x="1567979" y="1399380"/>
              <a:ext cx="324578" cy="596177"/>
            </a:xfrm>
            <a:prstGeom prst="rect">
              <a:avLst/>
            </a:prstGeom>
          </p:spPr>
        </p:pic>
      </p:grpSp>
      <p:sp>
        <p:nvSpPr>
          <p:cNvPr id="15" name="Google Shape;67;p15">
            <a:extLst>
              <a:ext uri="{FF2B5EF4-FFF2-40B4-BE49-F238E27FC236}">
                <a16:creationId xmlns:a16="http://schemas.microsoft.com/office/drawing/2014/main" id="{BE6D09A2-F3A3-E769-AE38-F5C9ED3F8E36}"/>
              </a:ext>
            </a:extLst>
          </p:cNvPr>
          <p:cNvSpPr txBox="1"/>
          <p:nvPr/>
        </p:nvSpPr>
        <p:spPr>
          <a:xfrm>
            <a:off x="278780" y="214114"/>
            <a:ext cx="5741444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buSzPts val="1900"/>
            </a:pPr>
            <a:r>
              <a:rPr lang="ru" sz="2000" b="1" dirty="0">
                <a:solidFill>
                  <a:schemeClr val="dk1"/>
                </a:solidFill>
                <a:ea typeface="Montserrat Medium"/>
                <a:cs typeface="Montserrat Medium"/>
                <a:sym typeface="Montserrat Medium"/>
              </a:rPr>
              <a:t>ЗАГОЛОВОК</a:t>
            </a:r>
            <a:endParaRPr sz="2000" b="1" i="0" u="none" strike="noStrike" cap="none" dirty="0">
              <a:solidFill>
                <a:schemeClr val="dk1"/>
              </a:solidFill>
              <a:latin typeface="+mj-lt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6" name="Google Shape;207;p30">
            <a:extLst>
              <a:ext uri="{FF2B5EF4-FFF2-40B4-BE49-F238E27FC236}">
                <a16:creationId xmlns:a16="http://schemas.microsoft.com/office/drawing/2014/main" id="{DC121800-8A67-EA6D-C7B4-7E2696B299AC}"/>
              </a:ext>
            </a:extLst>
          </p:cNvPr>
          <p:cNvSpPr txBox="1"/>
          <p:nvPr/>
        </p:nvSpPr>
        <p:spPr>
          <a:xfrm>
            <a:off x="581846" y="6149789"/>
            <a:ext cx="1991892" cy="376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indent="0"/>
            <a:r>
              <a:rPr lang="ru" sz="1000" i="1" dirty="0">
                <a:solidFill>
                  <a:srgbClr val="001A72"/>
                </a:solidFill>
                <a:sym typeface="Arial Narrow"/>
              </a:rPr>
              <a:t>Институт математики </a:t>
            </a:r>
            <a:br>
              <a:rPr lang="ru" sz="1000" i="1" dirty="0">
                <a:solidFill>
                  <a:srgbClr val="001A72"/>
                </a:solidFill>
                <a:sym typeface="Arial Narrow"/>
              </a:rPr>
            </a:br>
            <a:r>
              <a:rPr lang="ru" sz="1000" i="1" dirty="0">
                <a:solidFill>
                  <a:srgbClr val="001A72"/>
                </a:solidFill>
                <a:sym typeface="Arial Narrow"/>
              </a:rPr>
              <a:t>и компьютерных технологий</a:t>
            </a:r>
          </a:p>
        </p:txBody>
      </p:sp>
      <p:pic>
        <p:nvPicPr>
          <p:cNvPr id="17" name="Google Shape;209;p30">
            <a:extLst>
              <a:ext uri="{FF2B5EF4-FFF2-40B4-BE49-F238E27FC236}">
                <a16:creationId xmlns:a16="http://schemas.microsoft.com/office/drawing/2014/main" id="{26D7F10D-C2B1-6FA6-1422-367EDABA58E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31345" y="6193536"/>
            <a:ext cx="302210" cy="297608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275;g12ed61292f3_23_55">
            <a:extLst>
              <a:ext uri="{FF2B5EF4-FFF2-40B4-BE49-F238E27FC236}">
                <a16:creationId xmlns:a16="http://schemas.microsoft.com/office/drawing/2014/main" id="{549D8DC8-1E2F-B525-6C86-7E2795A17130}"/>
              </a:ext>
            </a:extLst>
          </p:cNvPr>
          <p:cNvSpPr/>
          <p:nvPr/>
        </p:nvSpPr>
        <p:spPr>
          <a:xfrm>
            <a:off x="382450" y="1142999"/>
            <a:ext cx="2978810" cy="1639229"/>
          </a:xfrm>
          <a:prstGeom prst="rect">
            <a:avLst/>
          </a:prstGeom>
          <a:noFill/>
          <a:ln w="6350" cap="flat" cmpd="sng">
            <a:solidFill>
              <a:srgbClr val="1F49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ru" sz="1000" b="0" i="0" u="none" strike="noStrike" cap="none" dirty="0">
                <a:solidFill>
                  <a:srgbClr val="1F497D"/>
                </a:solidFill>
                <a:latin typeface="+mj-lt"/>
                <a:ea typeface="Montserrat"/>
                <a:cs typeface="Montserrat"/>
                <a:sym typeface="Montserrat"/>
              </a:rPr>
              <a:t>Текст 1</a:t>
            </a:r>
            <a:endParaRPr sz="1000" b="0" i="0" u="none" strike="noStrike" cap="none" dirty="0">
              <a:solidFill>
                <a:srgbClr val="1F497D"/>
              </a:solidFill>
              <a:latin typeface="+mj-lt"/>
              <a:ea typeface="Montserrat"/>
              <a:cs typeface="Montserrat"/>
              <a:sym typeface="Montserrat"/>
            </a:endParaRPr>
          </a:p>
        </p:txBody>
      </p:sp>
      <p:sp>
        <p:nvSpPr>
          <p:cNvPr id="19" name="Google Shape;275;g12ed61292f3_23_55">
            <a:extLst>
              <a:ext uri="{FF2B5EF4-FFF2-40B4-BE49-F238E27FC236}">
                <a16:creationId xmlns:a16="http://schemas.microsoft.com/office/drawing/2014/main" id="{EEB1F81E-D337-892F-8706-EA8D7FC3A824}"/>
              </a:ext>
            </a:extLst>
          </p:cNvPr>
          <p:cNvSpPr/>
          <p:nvPr/>
        </p:nvSpPr>
        <p:spPr>
          <a:xfrm>
            <a:off x="382450" y="4421457"/>
            <a:ext cx="2978810" cy="1639229"/>
          </a:xfrm>
          <a:prstGeom prst="rect">
            <a:avLst/>
          </a:prstGeom>
          <a:noFill/>
          <a:ln w="6350" cap="flat" cmpd="sng">
            <a:solidFill>
              <a:srgbClr val="1F49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ru" sz="1000" b="0" i="0" u="none" strike="noStrike" cap="none" dirty="0">
                <a:solidFill>
                  <a:srgbClr val="1F497D"/>
                </a:solidFill>
                <a:latin typeface="+mj-lt"/>
                <a:ea typeface="Montserrat"/>
                <a:cs typeface="Montserrat"/>
                <a:sym typeface="Montserrat"/>
              </a:rPr>
              <a:t>Текст 3</a:t>
            </a:r>
            <a:endParaRPr sz="1000" b="0" i="0" u="none" strike="noStrike" cap="none" dirty="0">
              <a:solidFill>
                <a:srgbClr val="1F497D"/>
              </a:solidFill>
              <a:latin typeface="+mj-lt"/>
              <a:ea typeface="Montserrat"/>
              <a:cs typeface="Montserrat"/>
              <a:sym typeface="Montserrat"/>
            </a:endParaRPr>
          </a:p>
        </p:txBody>
      </p:sp>
      <p:sp>
        <p:nvSpPr>
          <p:cNvPr id="20" name="Google Shape;106;p15">
            <a:extLst>
              <a:ext uri="{FF2B5EF4-FFF2-40B4-BE49-F238E27FC236}">
                <a16:creationId xmlns:a16="http://schemas.microsoft.com/office/drawing/2014/main" id="{E3F9DF2E-D090-49B0-009E-7F51454E0261}"/>
              </a:ext>
            </a:extLst>
          </p:cNvPr>
          <p:cNvSpPr txBox="1">
            <a:spLocks/>
          </p:cNvSpPr>
          <p:nvPr/>
        </p:nvSpPr>
        <p:spPr>
          <a:xfrm>
            <a:off x="11736659" y="6481143"/>
            <a:ext cx="442537" cy="3768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850" tIns="36425" rIns="72850" bIns="36425" anchor="ctr" anchorCtr="0">
            <a:normAutofit fontScale="6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r>
              <a:rPr lang="ru" sz="1000" dirty="0">
                <a:latin typeface="+mj-lt"/>
                <a:ea typeface="Montserrat"/>
                <a:cs typeface="Montserrat"/>
                <a:sym typeface="Montserrat"/>
              </a:rPr>
              <a:t>НОМЕР СТРАНИЦЫ</a:t>
            </a:r>
          </a:p>
        </p:txBody>
      </p:sp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38D56ABC-83D9-A41A-9E5D-D812D142808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57" y="1825166"/>
            <a:ext cx="290454" cy="274894"/>
          </a:xfrm>
          <a:prstGeom prst="rect">
            <a:avLst/>
          </a:prstGeom>
        </p:spPr>
      </p:pic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F8347974-24E1-A26A-DA06-35F1B3BEB3F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1260" y="3464395"/>
            <a:ext cx="290454" cy="274894"/>
          </a:xfrm>
          <a:prstGeom prst="rect">
            <a:avLst/>
          </a:prstGeom>
        </p:spPr>
      </p:pic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539444B9-CE2F-D2CC-CA97-D881BE22756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75" y="5103624"/>
            <a:ext cx="290454" cy="274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13623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D57372-3B1E-66E3-BEB6-9733F7463D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75;g12ed61292f3_23_55">
            <a:extLst>
              <a:ext uri="{FF2B5EF4-FFF2-40B4-BE49-F238E27FC236}">
                <a16:creationId xmlns:a16="http://schemas.microsoft.com/office/drawing/2014/main" id="{DEACE959-C507-808F-CBC3-F84C9CA6BA00}"/>
              </a:ext>
            </a:extLst>
          </p:cNvPr>
          <p:cNvSpPr/>
          <p:nvPr/>
        </p:nvSpPr>
        <p:spPr>
          <a:xfrm>
            <a:off x="6476562" y="976891"/>
            <a:ext cx="3585310" cy="1639229"/>
          </a:xfrm>
          <a:prstGeom prst="rect">
            <a:avLst/>
          </a:prstGeom>
          <a:noFill/>
          <a:ln w="6350" cap="flat" cmpd="sng">
            <a:solidFill>
              <a:srgbClr val="1F49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ru" sz="1000" b="0" i="0" u="none" strike="noStrike" cap="none" dirty="0">
                <a:solidFill>
                  <a:srgbClr val="1F497D"/>
                </a:solidFill>
                <a:latin typeface="+mj-lt"/>
                <a:ea typeface="Montserrat"/>
                <a:cs typeface="Montserrat"/>
                <a:sym typeface="Montserrat"/>
              </a:rPr>
              <a:t>Текст 1</a:t>
            </a:r>
            <a:endParaRPr sz="1000" b="0" i="0" u="none" strike="noStrike" cap="none" dirty="0">
              <a:solidFill>
                <a:srgbClr val="1F497D"/>
              </a:solidFill>
              <a:latin typeface="+mj-lt"/>
              <a:ea typeface="Montserrat"/>
              <a:cs typeface="Montserrat"/>
              <a:sym typeface="Montserrat"/>
            </a:endParaRPr>
          </a:p>
        </p:txBody>
      </p:sp>
      <p:sp>
        <p:nvSpPr>
          <p:cNvPr id="5" name="Google Shape;275;g12ed61292f3_23_55">
            <a:extLst>
              <a:ext uri="{FF2B5EF4-FFF2-40B4-BE49-F238E27FC236}">
                <a16:creationId xmlns:a16="http://schemas.microsoft.com/office/drawing/2014/main" id="{97FE5E1A-DBE3-9469-6C2A-52D7FB0E83A5}"/>
              </a:ext>
            </a:extLst>
          </p:cNvPr>
          <p:cNvSpPr/>
          <p:nvPr/>
        </p:nvSpPr>
        <p:spPr>
          <a:xfrm>
            <a:off x="6476562" y="2857506"/>
            <a:ext cx="3585310" cy="1639229"/>
          </a:xfrm>
          <a:prstGeom prst="rect">
            <a:avLst/>
          </a:prstGeom>
          <a:noFill/>
          <a:ln w="6350" cap="flat" cmpd="sng">
            <a:solidFill>
              <a:srgbClr val="1F49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ru" sz="1000" b="0" i="0" u="none" strike="noStrike" cap="none" dirty="0">
                <a:solidFill>
                  <a:srgbClr val="1F497D"/>
                </a:solidFill>
                <a:latin typeface="+mj-lt"/>
                <a:ea typeface="Montserrat"/>
                <a:cs typeface="Montserrat"/>
                <a:sym typeface="Montserrat"/>
              </a:rPr>
              <a:t>Текст 2</a:t>
            </a:r>
            <a:endParaRPr sz="1000" b="0" i="0" u="none" strike="noStrike" cap="none" dirty="0">
              <a:solidFill>
                <a:srgbClr val="1F497D"/>
              </a:solidFill>
              <a:latin typeface="+mj-lt"/>
              <a:ea typeface="Montserrat"/>
              <a:cs typeface="Montserrat"/>
              <a:sym typeface="Montserrat"/>
            </a:endParaRPr>
          </a:p>
        </p:txBody>
      </p:sp>
      <p:sp>
        <p:nvSpPr>
          <p:cNvPr id="7" name="Google Shape;275;g12ed61292f3_23_55">
            <a:extLst>
              <a:ext uri="{FF2B5EF4-FFF2-40B4-BE49-F238E27FC236}">
                <a16:creationId xmlns:a16="http://schemas.microsoft.com/office/drawing/2014/main" id="{A15ACC7B-F309-0FEC-7B94-95968876EC8F}"/>
              </a:ext>
            </a:extLst>
          </p:cNvPr>
          <p:cNvSpPr/>
          <p:nvPr/>
        </p:nvSpPr>
        <p:spPr>
          <a:xfrm>
            <a:off x="417554" y="1324212"/>
            <a:ext cx="4205972" cy="4705816"/>
          </a:xfrm>
          <a:prstGeom prst="rect">
            <a:avLst/>
          </a:prstGeom>
          <a:noFill/>
          <a:ln w="6350" cap="flat" cmpd="sng">
            <a:solidFill>
              <a:srgbClr val="1F49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ru" sz="1000" dirty="0">
                <a:solidFill>
                  <a:srgbClr val="1F497D"/>
                </a:solidFill>
                <a:latin typeface="+mj-lt"/>
                <a:ea typeface="Montserrat"/>
                <a:cs typeface="Montserrat"/>
                <a:sym typeface="Montserrat"/>
              </a:rPr>
              <a:t>ИЗОБРАЖЕНИЕ</a:t>
            </a:r>
            <a:endParaRPr sz="1000" b="0" i="0" u="none" strike="noStrike" cap="none" dirty="0">
              <a:solidFill>
                <a:srgbClr val="1F497D"/>
              </a:solidFill>
              <a:latin typeface="+mj-lt"/>
              <a:ea typeface="Montserrat"/>
              <a:cs typeface="Montserrat"/>
              <a:sym typeface="Montserrat"/>
            </a:endParaRPr>
          </a:p>
        </p:txBody>
      </p:sp>
      <p:sp>
        <p:nvSpPr>
          <p:cNvPr id="8" name="Google Shape;275;g12ed61292f3_23_55">
            <a:extLst>
              <a:ext uri="{FF2B5EF4-FFF2-40B4-BE49-F238E27FC236}">
                <a16:creationId xmlns:a16="http://schemas.microsoft.com/office/drawing/2014/main" id="{12CBBC60-A1B4-C6D1-4273-4C0CD900CEDD}"/>
              </a:ext>
            </a:extLst>
          </p:cNvPr>
          <p:cNvSpPr/>
          <p:nvPr/>
        </p:nvSpPr>
        <p:spPr>
          <a:xfrm>
            <a:off x="6476562" y="4780512"/>
            <a:ext cx="3585310" cy="1639229"/>
          </a:xfrm>
          <a:prstGeom prst="rect">
            <a:avLst/>
          </a:prstGeom>
          <a:noFill/>
          <a:ln w="6350" cap="flat" cmpd="sng">
            <a:solidFill>
              <a:srgbClr val="1F49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ru" sz="1000" b="0" i="0" u="none" strike="noStrike" cap="none" dirty="0">
                <a:solidFill>
                  <a:srgbClr val="1F497D"/>
                </a:solidFill>
                <a:latin typeface="+mj-lt"/>
                <a:ea typeface="Montserrat"/>
                <a:cs typeface="Montserrat"/>
                <a:sym typeface="Montserrat"/>
              </a:rPr>
              <a:t>Текст 3</a:t>
            </a:r>
            <a:endParaRPr sz="1000" b="0" i="0" u="none" strike="noStrike" cap="none" dirty="0">
              <a:solidFill>
                <a:srgbClr val="1F497D"/>
              </a:solidFill>
              <a:latin typeface="+mj-lt"/>
              <a:ea typeface="Montserrat"/>
              <a:cs typeface="Montserrat"/>
              <a:sym typeface="Montserrat"/>
            </a:endParaRPr>
          </a:p>
        </p:txBody>
      </p:sp>
      <p:grpSp>
        <p:nvGrpSpPr>
          <p:cNvPr id="12" name="Группа 11">
            <a:extLst>
              <a:ext uri="{FF2B5EF4-FFF2-40B4-BE49-F238E27FC236}">
                <a16:creationId xmlns:a16="http://schemas.microsoft.com/office/drawing/2014/main" id="{477CA1F0-D451-815D-4FA5-72EC6CD96E3A}"/>
              </a:ext>
            </a:extLst>
          </p:cNvPr>
          <p:cNvGrpSpPr/>
          <p:nvPr/>
        </p:nvGrpSpPr>
        <p:grpSpPr>
          <a:xfrm>
            <a:off x="11330354" y="6107172"/>
            <a:ext cx="513035" cy="513034"/>
            <a:chOff x="1261434" y="1228635"/>
            <a:chExt cx="937667" cy="937666"/>
          </a:xfrm>
        </p:grpSpPr>
        <p:sp>
          <p:nvSpPr>
            <p:cNvPr id="13" name="Овал 12">
              <a:extLst>
                <a:ext uri="{FF2B5EF4-FFF2-40B4-BE49-F238E27FC236}">
                  <a16:creationId xmlns:a16="http://schemas.microsoft.com/office/drawing/2014/main" id="{AAFD720F-A443-47FB-F58E-9E66C4513EA2}"/>
                </a:ext>
              </a:extLst>
            </p:cNvPr>
            <p:cNvSpPr/>
            <p:nvPr/>
          </p:nvSpPr>
          <p:spPr>
            <a:xfrm>
              <a:off x="1261434" y="1228635"/>
              <a:ext cx="937667" cy="937666"/>
            </a:xfrm>
            <a:prstGeom prst="ellipse">
              <a:avLst/>
            </a:prstGeom>
            <a:solidFill>
              <a:srgbClr val="699BC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14" name="Рисунок 13">
              <a:extLst>
                <a:ext uri="{FF2B5EF4-FFF2-40B4-BE49-F238E27FC236}">
                  <a16:creationId xmlns:a16="http://schemas.microsoft.com/office/drawing/2014/main" id="{B51872A7-D389-7DAA-689B-3C8D5C85DFE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" r="66639" b="1303"/>
            <a:stretch/>
          </p:blipFill>
          <p:spPr>
            <a:xfrm>
              <a:off x="1567979" y="1399380"/>
              <a:ext cx="324578" cy="596177"/>
            </a:xfrm>
            <a:prstGeom prst="rect">
              <a:avLst/>
            </a:prstGeom>
          </p:spPr>
        </p:pic>
      </p:grpSp>
      <p:sp>
        <p:nvSpPr>
          <p:cNvPr id="15" name="Google Shape;67;p15">
            <a:extLst>
              <a:ext uri="{FF2B5EF4-FFF2-40B4-BE49-F238E27FC236}">
                <a16:creationId xmlns:a16="http://schemas.microsoft.com/office/drawing/2014/main" id="{1E550BDE-83FB-21C1-417B-D8D29CAD57E3}"/>
              </a:ext>
            </a:extLst>
          </p:cNvPr>
          <p:cNvSpPr txBox="1"/>
          <p:nvPr/>
        </p:nvSpPr>
        <p:spPr>
          <a:xfrm>
            <a:off x="275576" y="214114"/>
            <a:ext cx="5744648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buSzPts val="1900"/>
            </a:pPr>
            <a:r>
              <a:rPr lang="ru" sz="2000" b="1" dirty="0">
                <a:solidFill>
                  <a:schemeClr val="dk1"/>
                </a:solidFill>
                <a:ea typeface="Montserrat Medium"/>
                <a:cs typeface="Montserrat Medium"/>
                <a:sym typeface="Montserrat Medium"/>
              </a:rPr>
              <a:t>ЗАГОЛОВОК</a:t>
            </a:r>
            <a:endParaRPr sz="2000" b="1" i="0" u="none" strike="noStrike" cap="none" dirty="0">
              <a:solidFill>
                <a:schemeClr val="dk1"/>
              </a:solidFill>
              <a:latin typeface="+mj-lt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6" name="Google Shape;207;p30">
            <a:extLst>
              <a:ext uri="{FF2B5EF4-FFF2-40B4-BE49-F238E27FC236}">
                <a16:creationId xmlns:a16="http://schemas.microsoft.com/office/drawing/2014/main" id="{C029C63D-C2C7-CCA9-134E-FE660B9F8311}"/>
              </a:ext>
            </a:extLst>
          </p:cNvPr>
          <p:cNvSpPr txBox="1"/>
          <p:nvPr/>
        </p:nvSpPr>
        <p:spPr>
          <a:xfrm>
            <a:off x="581846" y="6149789"/>
            <a:ext cx="1991892" cy="376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indent="0"/>
            <a:r>
              <a:rPr lang="ru" sz="1000" i="1" dirty="0">
                <a:solidFill>
                  <a:srgbClr val="001A72"/>
                </a:solidFill>
                <a:sym typeface="Arial Narrow"/>
              </a:rPr>
              <a:t>Институт математики </a:t>
            </a:r>
            <a:br>
              <a:rPr lang="ru" sz="1000" i="1" dirty="0">
                <a:solidFill>
                  <a:srgbClr val="001A72"/>
                </a:solidFill>
                <a:sym typeface="Arial Narrow"/>
              </a:rPr>
            </a:br>
            <a:r>
              <a:rPr lang="ru" sz="1000" i="1" dirty="0">
                <a:solidFill>
                  <a:srgbClr val="001A72"/>
                </a:solidFill>
                <a:sym typeface="Arial Narrow"/>
              </a:rPr>
              <a:t>и компьютерных технологий</a:t>
            </a:r>
          </a:p>
        </p:txBody>
      </p:sp>
      <p:pic>
        <p:nvPicPr>
          <p:cNvPr id="9" name="Google Shape;209;p30">
            <a:extLst>
              <a:ext uri="{FF2B5EF4-FFF2-40B4-BE49-F238E27FC236}">
                <a16:creationId xmlns:a16="http://schemas.microsoft.com/office/drawing/2014/main" id="{27B18DF0-341B-2429-5818-F180613D5F6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31345" y="6193536"/>
            <a:ext cx="302210" cy="297608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6;p15">
            <a:extLst>
              <a:ext uri="{FF2B5EF4-FFF2-40B4-BE49-F238E27FC236}">
                <a16:creationId xmlns:a16="http://schemas.microsoft.com/office/drawing/2014/main" id="{F7987066-FE81-F8AD-15E5-C64707941B0F}"/>
              </a:ext>
            </a:extLst>
          </p:cNvPr>
          <p:cNvSpPr txBox="1">
            <a:spLocks/>
          </p:cNvSpPr>
          <p:nvPr/>
        </p:nvSpPr>
        <p:spPr>
          <a:xfrm>
            <a:off x="11736659" y="6481143"/>
            <a:ext cx="442537" cy="3768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850" tIns="36425" rIns="72850" bIns="36425" anchor="ctr" anchorCtr="0">
            <a:normAutofit fontScale="6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r>
              <a:rPr lang="ru" sz="1000" dirty="0">
                <a:latin typeface="+mj-lt"/>
                <a:ea typeface="Montserrat"/>
                <a:cs typeface="Montserrat"/>
                <a:sym typeface="Montserrat"/>
              </a:rPr>
              <a:t>НОМЕР СТРАНИЦЫ</a:t>
            </a:r>
          </a:p>
        </p:txBody>
      </p:sp>
    </p:spTree>
    <p:extLst>
      <p:ext uri="{BB962C8B-B14F-4D97-AF65-F5344CB8AC3E}">
        <p14:creationId xmlns:p14="http://schemas.microsoft.com/office/powerpoint/2010/main" val="35290765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Google Shape;619;gb7574d5ef3_0_515">
            <a:extLst>
              <a:ext uri="{FF2B5EF4-FFF2-40B4-BE49-F238E27FC236}">
                <a16:creationId xmlns:a16="http://schemas.microsoft.com/office/drawing/2014/main" id="{56A821F3-CA2A-86EE-BC4A-7FE61E0D8E64}"/>
              </a:ext>
            </a:extLst>
          </p:cNvPr>
          <p:cNvCxnSpPr/>
          <p:nvPr/>
        </p:nvCxnSpPr>
        <p:spPr>
          <a:xfrm rot="5400000">
            <a:off x="5437717" y="1512968"/>
            <a:ext cx="903014" cy="1588"/>
          </a:xfrm>
          <a:prstGeom prst="straightConnector1">
            <a:avLst/>
          </a:prstGeom>
          <a:noFill/>
          <a:ln w="12700" cap="flat" cmpd="sng">
            <a:solidFill>
              <a:schemeClr val="bg2"/>
            </a:solidFill>
            <a:prstDash val="dot"/>
            <a:miter lim="800000"/>
            <a:headEnd type="none" w="sm" len="sm"/>
            <a:tailEnd type="none" w="sm" len="sm"/>
          </a:ln>
        </p:spPr>
      </p:cxnSp>
      <p:sp>
        <p:nvSpPr>
          <p:cNvPr id="4" name="Нашивка 101">
            <a:extLst>
              <a:ext uri="{FF2B5EF4-FFF2-40B4-BE49-F238E27FC236}">
                <a16:creationId xmlns:a16="http://schemas.microsoft.com/office/drawing/2014/main" id="{15A7EF38-74C6-F75A-8EE0-270AAA70A13F}"/>
              </a:ext>
            </a:extLst>
          </p:cNvPr>
          <p:cNvSpPr/>
          <p:nvPr/>
        </p:nvSpPr>
        <p:spPr>
          <a:xfrm>
            <a:off x="5686425" y="2145447"/>
            <a:ext cx="819150" cy="2867025"/>
          </a:xfrm>
          <a:prstGeom prst="chevron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cxnSp>
        <p:nvCxnSpPr>
          <p:cNvPr id="5" name="Google Shape;619;gb7574d5ef3_0_515">
            <a:extLst>
              <a:ext uri="{FF2B5EF4-FFF2-40B4-BE49-F238E27FC236}">
                <a16:creationId xmlns:a16="http://schemas.microsoft.com/office/drawing/2014/main" id="{5BBA8358-3FAE-A51A-C559-43566890B4F4}"/>
              </a:ext>
            </a:extLst>
          </p:cNvPr>
          <p:cNvCxnSpPr/>
          <p:nvPr/>
        </p:nvCxnSpPr>
        <p:spPr>
          <a:xfrm rot="5400000">
            <a:off x="5440892" y="5694443"/>
            <a:ext cx="903014" cy="1588"/>
          </a:xfrm>
          <a:prstGeom prst="straightConnector1">
            <a:avLst/>
          </a:prstGeom>
          <a:noFill/>
          <a:ln w="12700" cap="flat" cmpd="sng">
            <a:solidFill>
              <a:schemeClr val="bg2"/>
            </a:solidFill>
            <a:prstDash val="dot"/>
            <a:miter lim="800000"/>
            <a:headEnd type="none" w="sm" len="sm"/>
            <a:tailEnd type="none" w="sm" len="sm"/>
          </a:ln>
        </p:spPr>
      </p:cxnSp>
      <p:sp>
        <p:nvSpPr>
          <p:cNvPr id="6" name="Google Shape;67;p15">
            <a:extLst>
              <a:ext uri="{FF2B5EF4-FFF2-40B4-BE49-F238E27FC236}">
                <a16:creationId xmlns:a16="http://schemas.microsoft.com/office/drawing/2014/main" id="{63E62491-2C80-E098-B5A1-2DFCF3FB18BC}"/>
              </a:ext>
            </a:extLst>
          </p:cNvPr>
          <p:cNvSpPr txBox="1"/>
          <p:nvPr/>
        </p:nvSpPr>
        <p:spPr>
          <a:xfrm>
            <a:off x="275576" y="214114"/>
            <a:ext cx="5744648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buSzPts val="1900"/>
            </a:pPr>
            <a:r>
              <a:rPr lang="ru" sz="2000" b="1" dirty="0">
                <a:solidFill>
                  <a:schemeClr val="dk1"/>
                </a:solidFill>
                <a:ea typeface="Montserrat Medium"/>
                <a:cs typeface="Montserrat Medium"/>
                <a:sym typeface="Montserrat Medium"/>
              </a:rPr>
              <a:t>ЗАГОЛОВОК</a:t>
            </a:r>
            <a:endParaRPr sz="2000" b="1" i="0" u="none" strike="noStrike" cap="none" dirty="0">
              <a:solidFill>
                <a:schemeClr val="dk1"/>
              </a:solidFill>
              <a:latin typeface="+mj-lt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7" name="Google Shape;275;g12ed61292f3_23_55">
            <a:extLst>
              <a:ext uri="{FF2B5EF4-FFF2-40B4-BE49-F238E27FC236}">
                <a16:creationId xmlns:a16="http://schemas.microsoft.com/office/drawing/2014/main" id="{45EB8D1E-E325-2C3F-5446-C562291B1276}"/>
              </a:ext>
            </a:extLst>
          </p:cNvPr>
          <p:cNvSpPr/>
          <p:nvPr/>
        </p:nvSpPr>
        <p:spPr>
          <a:xfrm>
            <a:off x="960245" y="1101608"/>
            <a:ext cx="3585310" cy="1639229"/>
          </a:xfrm>
          <a:prstGeom prst="rect">
            <a:avLst/>
          </a:prstGeom>
          <a:noFill/>
          <a:ln w="6350" cap="flat" cmpd="sng">
            <a:solidFill>
              <a:srgbClr val="1F49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ru" sz="1000" b="0" i="0" u="none" strike="noStrike" cap="none" dirty="0">
                <a:solidFill>
                  <a:srgbClr val="1F497D"/>
                </a:solidFill>
                <a:latin typeface="+mj-lt"/>
                <a:ea typeface="Montserrat"/>
                <a:cs typeface="Montserrat"/>
                <a:sym typeface="Montserrat"/>
              </a:rPr>
              <a:t>Текст 1</a:t>
            </a:r>
            <a:endParaRPr sz="1000" b="0" i="0" u="none" strike="noStrike" cap="none" dirty="0">
              <a:solidFill>
                <a:srgbClr val="1F497D"/>
              </a:solidFill>
              <a:latin typeface="+mj-lt"/>
              <a:ea typeface="Montserrat"/>
              <a:cs typeface="Montserrat"/>
              <a:sym typeface="Montserrat"/>
            </a:endParaRPr>
          </a:p>
        </p:txBody>
      </p:sp>
      <p:sp>
        <p:nvSpPr>
          <p:cNvPr id="8" name="Google Shape;275;g12ed61292f3_23_55">
            <a:extLst>
              <a:ext uri="{FF2B5EF4-FFF2-40B4-BE49-F238E27FC236}">
                <a16:creationId xmlns:a16="http://schemas.microsoft.com/office/drawing/2014/main" id="{C6B6B4C0-8726-B7D3-3E47-DC50A48CC40D}"/>
              </a:ext>
            </a:extLst>
          </p:cNvPr>
          <p:cNvSpPr/>
          <p:nvPr/>
        </p:nvSpPr>
        <p:spPr>
          <a:xfrm>
            <a:off x="960245" y="4117163"/>
            <a:ext cx="3585310" cy="1639229"/>
          </a:xfrm>
          <a:prstGeom prst="rect">
            <a:avLst/>
          </a:prstGeom>
          <a:noFill/>
          <a:ln w="6350" cap="flat" cmpd="sng">
            <a:solidFill>
              <a:srgbClr val="1F49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ru" sz="1000" b="0" i="0" u="none" strike="noStrike" cap="none" dirty="0">
                <a:solidFill>
                  <a:srgbClr val="1F497D"/>
                </a:solidFill>
                <a:latin typeface="+mj-lt"/>
                <a:ea typeface="Montserrat"/>
                <a:cs typeface="Montserrat"/>
                <a:sym typeface="Montserrat"/>
              </a:rPr>
              <a:t>Текст 2</a:t>
            </a:r>
            <a:endParaRPr sz="1000" b="0" i="0" u="none" strike="noStrike" cap="none" dirty="0">
              <a:solidFill>
                <a:srgbClr val="1F497D"/>
              </a:solidFill>
              <a:latin typeface="+mj-lt"/>
              <a:ea typeface="Montserrat"/>
              <a:cs typeface="Montserrat"/>
              <a:sym typeface="Montserrat"/>
            </a:endParaRPr>
          </a:p>
        </p:txBody>
      </p:sp>
      <p:sp>
        <p:nvSpPr>
          <p:cNvPr id="9" name="Google Shape;275;g12ed61292f3_23_55">
            <a:extLst>
              <a:ext uri="{FF2B5EF4-FFF2-40B4-BE49-F238E27FC236}">
                <a16:creationId xmlns:a16="http://schemas.microsoft.com/office/drawing/2014/main" id="{5D51CE48-4630-8C9E-4940-F148365075AF}"/>
              </a:ext>
            </a:extLst>
          </p:cNvPr>
          <p:cNvSpPr/>
          <p:nvPr/>
        </p:nvSpPr>
        <p:spPr>
          <a:xfrm>
            <a:off x="7546899" y="2609385"/>
            <a:ext cx="3585310" cy="1639229"/>
          </a:xfrm>
          <a:prstGeom prst="rect">
            <a:avLst/>
          </a:prstGeom>
          <a:noFill/>
          <a:ln w="6350" cap="flat" cmpd="sng">
            <a:solidFill>
              <a:srgbClr val="1F49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ru" sz="1000" b="0" i="0" u="none" strike="noStrike" cap="none" dirty="0">
                <a:solidFill>
                  <a:srgbClr val="1F497D"/>
                </a:solidFill>
                <a:latin typeface="+mj-lt"/>
                <a:ea typeface="Montserrat"/>
                <a:cs typeface="Montserrat"/>
                <a:sym typeface="Montserrat"/>
              </a:rPr>
              <a:t>Результат</a:t>
            </a:r>
            <a:endParaRPr sz="1000" b="0" i="0" u="none" strike="noStrike" cap="none" dirty="0">
              <a:solidFill>
                <a:srgbClr val="1F497D"/>
              </a:solidFill>
              <a:latin typeface="+mj-lt"/>
              <a:ea typeface="Montserrat"/>
              <a:cs typeface="Montserrat"/>
              <a:sym typeface="Montserrat"/>
            </a:endParaRPr>
          </a:p>
        </p:txBody>
      </p:sp>
      <p:grpSp>
        <p:nvGrpSpPr>
          <p:cNvPr id="10" name="Группа 9">
            <a:extLst>
              <a:ext uri="{FF2B5EF4-FFF2-40B4-BE49-F238E27FC236}">
                <a16:creationId xmlns:a16="http://schemas.microsoft.com/office/drawing/2014/main" id="{FCF1F5AF-7BCA-BC18-3D7D-F1570D703359}"/>
              </a:ext>
            </a:extLst>
          </p:cNvPr>
          <p:cNvGrpSpPr/>
          <p:nvPr/>
        </p:nvGrpSpPr>
        <p:grpSpPr>
          <a:xfrm>
            <a:off x="11330354" y="6107172"/>
            <a:ext cx="513035" cy="513034"/>
            <a:chOff x="1261434" y="1228635"/>
            <a:chExt cx="937667" cy="937666"/>
          </a:xfrm>
        </p:grpSpPr>
        <p:sp>
          <p:nvSpPr>
            <p:cNvPr id="11" name="Овал 10">
              <a:extLst>
                <a:ext uri="{FF2B5EF4-FFF2-40B4-BE49-F238E27FC236}">
                  <a16:creationId xmlns:a16="http://schemas.microsoft.com/office/drawing/2014/main" id="{389EFA82-45D4-EF0B-70F6-8640FAB88A04}"/>
                </a:ext>
              </a:extLst>
            </p:cNvPr>
            <p:cNvSpPr/>
            <p:nvPr/>
          </p:nvSpPr>
          <p:spPr>
            <a:xfrm>
              <a:off x="1261434" y="1228635"/>
              <a:ext cx="937667" cy="937666"/>
            </a:xfrm>
            <a:prstGeom prst="ellipse">
              <a:avLst/>
            </a:prstGeom>
            <a:solidFill>
              <a:srgbClr val="699BC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12" name="Рисунок 11">
              <a:extLst>
                <a:ext uri="{FF2B5EF4-FFF2-40B4-BE49-F238E27FC236}">
                  <a16:creationId xmlns:a16="http://schemas.microsoft.com/office/drawing/2014/main" id="{C2EE2032-CAA0-7C98-6749-18FC9FFC6D0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" r="66639" b="1303"/>
            <a:stretch/>
          </p:blipFill>
          <p:spPr>
            <a:xfrm>
              <a:off x="1567979" y="1399380"/>
              <a:ext cx="324578" cy="596177"/>
            </a:xfrm>
            <a:prstGeom prst="rect">
              <a:avLst/>
            </a:prstGeom>
          </p:spPr>
        </p:pic>
      </p:grpSp>
      <p:sp>
        <p:nvSpPr>
          <p:cNvPr id="13" name="Google Shape;207;p30">
            <a:extLst>
              <a:ext uri="{FF2B5EF4-FFF2-40B4-BE49-F238E27FC236}">
                <a16:creationId xmlns:a16="http://schemas.microsoft.com/office/drawing/2014/main" id="{1B34223E-BFD9-927B-892A-E5D051D30CD6}"/>
              </a:ext>
            </a:extLst>
          </p:cNvPr>
          <p:cNvSpPr txBox="1"/>
          <p:nvPr/>
        </p:nvSpPr>
        <p:spPr>
          <a:xfrm>
            <a:off x="581846" y="6149789"/>
            <a:ext cx="1991892" cy="376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indent="0"/>
            <a:r>
              <a:rPr lang="ru" sz="1000" i="1" dirty="0">
                <a:solidFill>
                  <a:srgbClr val="001A72"/>
                </a:solidFill>
                <a:sym typeface="Arial Narrow"/>
              </a:rPr>
              <a:t>Институт математики </a:t>
            </a:r>
            <a:br>
              <a:rPr lang="ru" sz="1000" i="1" dirty="0">
                <a:solidFill>
                  <a:srgbClr val="001A72"/>
                </a:solidFill>
                <a:sym typeface="Arial Narrow"/>
              </a:rPr>
            </a:br>
            <a:r>
              <a:rPr lang="ru" sz="1000" i="1" dirty="0">
                <a:solidFill>
                  <a:srgbClr val="001A72"/>
                </a:solidFill>
                <a:sym typeface="Arial Narrow"/>
              </a:rPr>
              <a:t>и компьютерных технологий</a:t>
            </a:r>
          </a:p>
        </p:txBody>
      </p:sp>
      <p:pic>
        <p:nvPicPr>
          <p:cNvPr id="14" name="Google Shape;209;p30">
            <a:extLst>
              <a:ext uri="{FF2B5EF4-FFF2-40B4-BE49-F238E27FC236}">
                <a16:creationId xmlns:a16="http://schemas.microsoft.com/office/drawing/2014/main" id="{3BE4953B-2D3B-DDD9-4710-F807F280212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31345" y="6193536"/>
            <a:ext cx="302210" cy="297608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06;p15">
            <a:extLst>
              <a:ext uri="{FF2B5EF4-FFF2-40B4-BE49-F238E27FC236}">
                <a16:creationId xmlns:a16="http://schemas.microsoft.com/office/drawing/2014/main" id="{17B49DEB-8B5A-E56A-ABA4-7CEDC034D833}"/>
              </a:ext>
            </a:extLst>
          </p:cNvPr>
          <p:cNvSpPr txBox="1">
            <a:spLocks/>
          </p:cNvSpPr>
          <p:nvPr/>
        </p:nvSpPr>
        <p:spPr>
          <a:xfrm>
            <a:off x="11736659" y="6481143"/>
            <a:ext cx="442537" cy="3768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850" tIns="36425" rIns="72850" bIns="36425" anchor="ctr" anchorCtr="0">
            <a:normAutofit fontScale="6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r>
              <a:rPr lang="ru" sz="1000" dirty="0">
                <a:latin typeface="+mj-lt"/>
                <a:ea typeface="Montserrat"/>
                <a:cs typeface="Montserrat"/>
                <a:sym typeface="Montserrat"/>
              </a:rPr>
              <a:t>НОМЕР СТРАНИЦЫ</a:t>
            </a:r>
          </a:p>
        </p:txBody>
      </p:sp>
    </p:spTree>
    <p:extLst>
      <p:ext uri="{BB962C8B-B14F-4D97-AF65-F5344CB8AC3E}">
        <p14:creationId xmlns:p14="http://schemas.microsoft.com/office/powerpoint/2010/main" val="42640672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67;p15">
            <a:extLst>
              <a:ext uri="{FF2B5EF4-FFF2-40B4-BE49-F238E27FC236}">
                <a16:creationId xmlns:a16="http://schemas.microsoft.com/office/drawing/2014/main" id="{E0B69D3B-F06D-8E46-F8EB-11FCE1B4D28A}"/>
              </a:ext>
            </a:extLst>
          </p:cNvPr>
          <p:cNvSpPr txBox="1"/>
          <p:nvPr/>
        </p:nvSpPr>
        <p:spPr>
          <a:xfrm>
            <a:off x="275576" y="214114"/>
            <a:ext cx="5744648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buSzPts val="1900"/>
            </a:pPr>
            <a:r>
              <a:rPr lang="ru" sz="2000" b="1" dirty="0">
                <a:solidFill>
                  <a:schemeClr val="dk1"/>
                </a:solidFill>
                <a:ea typeface="Montserrat Medium"/>
                <a:cs typeface="Montserrat Medium"/>
                <a:sym typeface="Montserrat Medium"/>
              </a:rPr>
              <a:t>ЗАГОЛОВОК</a:t>
            </a:r>
            <a:endParaRPr sz="2000" b="1" i="0" u="none" strike="noStrike" cap="none" dirty="0">
              <a:solidFill>
                <a:schemeClr val="dk1"/>
              </a:solidFill>
              <a:latin typeface="+mj-lt"/>
              <a:ea typeface="Montserrat Medium"/>
              <a:cs typeface="Montserrat Medium"/>
              <a:sym typeface="Montserrat Medium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32D436AF-1600-EE00-AE26-3D6E0E6F542A}"/>
              </a:ext>
            </a:extLst>
          </p:cNvPr>
          <p:cNvGrpSpPr/>
          <p:nvPr/>
        </p:nvGrpSpPr>
        <p:grpSpPr>
          <a:xfrm>
            <a:off x="11330354" y="6107172"/>
            <a:ext cx="513035" cy="513034"/>
            <a:chOff x="1261434" y="1228635"/>
            <a:chExt cx="937667" cy="937666"/>
          </a:xfrm>
        </p:grpSpPr>
        <p:sp>
          <p:nvSpPr>
            <p:cNvPr id="5" name="Овал 4">
              <a:extLst>
                <a:ext uri="{FF2B5EF4-FFF2-40B4-BE49-F238E27FC236}">
                  <a16:creationId xmlns:a16="http://schemas.microsoft.com/office/drawing/2014/main" id="{FC122483-BF13-4694-8232-9EC233416AD7}"/>
                </a:ext>
              </a:extLst>
            </p:cNvPr>
            <p:cNvSpPr/>
            <p:nvPr/>
          </p:nvSpPr>
          <p:spPr>
            <a:xfrm>
              <a:off x="1261434" y="1228635"/>
              <a:ext cx="937667" cy="937666"/>
            </a:xfrm>
            <a:prstGeom prst="ellipse">
              <a:avLst/>
            </a:prstGeom>
            <a:solidFill>
              <a:srgbClr val="699BC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6" name="Рисунок 5">
              <a:extLst>
                <a:ext uri="{FF2B5EF4-FFF2-40B4-BE49-F238E27FC236}">
                  <a16:creationId xmlns:a16="http://schemas.microsoft.com/office/drawing/2014/main" id="{772E8455-7D06-B26A-1688-AF89D08C2A3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" r="66639" b="1303"/>
            <a:stretch/>
          </p:blipFill>
          <p:spPr>
            <a:xfrm>
              <a:off x="1567979" y="1399380"/>
              <a:ext cx="324578" cy="596177"/>
            </a:xfrm>
            <a:prstGeom prst="rect">
              <a:avLst/>
            </a:prstGeom>
          </p:spPr>
        </p:pic>
      </p:grpSp>
      <p:sp>
        <p:nvSpPr>
          <p:cNvPr id="16" name="Google Shape;274;g12ed61292f3_23_55">
            <a:extLst>
              <a:ext uri="{FF2B5EF4-FFF2-40B4-BE49-F238E27FC236}">
                <a16:creationId xmlns:a16="http://schemas.microsoft.com/office/drawing/2014/main" id="{11CA965B-CF28-6E50-E797-B16D9C3D1C88}"/>
              </a:ext>
            </a:extLst>
          </p:cNvPr>
          <p:cNvSpPr txBox="1"/>
          <p:nvPr/>
        </p:nvSpPr>
        <p:spPr>
          <a:xfrm>
            <a:off x="4292419" y="1095480"/>
            <a:ext cx="3455610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ru" sz="1800" b="1" i="0" u="none" strike="noStrike" cap="none" dirty="0">
                <a:solidFill>
                  <a:srgbClr val="3C90DC"/>
                </a:solidFill>
                <a:latin typeface="+mj-lt"/>
                <a:ea typeface="Montserrat"/>
                <a:cs typeface="Montserrat"/>
                <a:sym typeface="Montserrat"/>
              </a:rPr>
              <a:t>СХЕМА</a:t>
            </a:r>
            <a:endParaRPr sz="1800" b="1" i="0" u="none" strike="noStrike" cap="none" dirty="0">
              <a:solidFill>
                <a:srgbClr val="3C90DC"/>
              </a:solidFill>
              <a:latin typeface="+mj-lt"/>
              <a:ea typeface="Montserrat"/>
              <a:cs typeface="Montserrat"/>
              <a:sym typeface="Montserrat"/>
            </a:endParaRPr>
          </a:p>
        </p:txBody>
      </p:sp>
      <p:sp>
        <p:nvSpPr>
          <p:cNvPr id="17" name="Google Shape;275;g12ed61292f3_23_55">
            <a:extLst>
              <a:ext uri="{FF2B5EF4-FFF2-40B4-BE49-F238E27FC236}">
                <a16:creationId xmlns:a16="http://schemas.microsoft.com/office/drawing/2014/main" id="{582802F5-C576-6DD5-D595-DBBF734CA256}"/>
              </a:ext>
            </a:extLst>
          </p:cNvPr>
          <p:cNvSpPr/>
          <p:nvPr/>
        </p:nvSpPr>
        <p:spPr>
          <a:xfrm>
            <a:off x="2825427" y="1946069"/>
            <a:ext cx="2641791" cy="922775"/>
          </a:xfrm>
          <a:prstGeom prst="rect">
            <a:avLst/>
          </a:prstGeom>
          <a:noFill/>
          <a:ln w="6350" cap="flat" cmpd="sng">
            <a:solidFill>
              <a:srgbClr val="1F49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ru" sz="1000" b="0" i="0" u="none" strike="noStrike" cap="none" dirty="0">
                <a:solidFill>
                  <a:srgbClr val="1F497D"/>
                </a:solidFill>
                <a:latin typeface="+mj-lt"/>
                <a:ea typeface="Montserrat"/>
                <a:cs typeface="Montserrat"/>
                <a:sym typeface="Montserrat"/>
              </a:rPr>
              <a:t>Текст 1</a:t>
            </a:r>
            <a:endParaRPr sz="1000" b="0" i="0" u="none" strike="noStrike" cap="none" dirty="0">
              <a:solidFill>
                <a:srgbClr val="1F497D"/>
              </a:solidFill>
              <a:latin typeface="+mj-lt"/>
              <a:ea typeface="Montserrat"/>
              <a:cs typeface="Montserrat"/>
              <a:sym typeface="Montserrat"/>
            </a:endParaRPr>
          </a:p>
        </p:txBody>
      </p:sp>
      <p:sp>
        <p:nvSpPr>
          <p:cNvPr id="18" name="Google Shape;276;g12ed61292f3_23_55">
            <a:extLst>
              <a:ext uri="{FF2B5EF4-FFF2-40B4-BE49-F238E27FC236}">
                <a16:creationId xmlns:a16="http://schemas.microsoft.com/office/drawing/2014/main" id="{FDA33AE3-9DD6-60EB-62FD-74F67B5A5B2F}"/>
              </a:ext>
            </a:extLst>
          </p:cNvPr>
          <p:cNvSpPr/>
          <p:nvPr/>
        </p:nvSpPr>
        <p:spPr>
          <a:xfrm>
            <a:off x="6522273" y="1953401"/>
            <a:ext cx="2641791" cy="922775"/>
          </a:xfrm>
          <a:prstGeom prst="rect">
            <a:avLst/>
          </a:prstGeom>
          <a:noFill/>
          <a:ln w="6350" cap="flat" cmpd="sng">
            <a:solidFill>
              <a:srgbClr val="1F49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ru-RU" sz="1000" b="0" i="0" u="none" strike="noStrike" cap="none" dirty="0">
                <a:solidFill>
                  <a:srgbClr val="1F497D"/>
                </a:solidFill>
                <a:latin typeface="+mj-lt"/>
                <a:ea typeface="Montserrat"/>
                <a:cs typeface="Montserrat"/>
                <a:sym typeface="Montserrat"/>
              </a:rPr>
              <a:t>Текст 2</a:t>
            </a:r>
          </a:p>
        </p:txBody>
      </p:sp>
      <p:sp>
        <p:nvSpPr>
          <p:cNvPr id="19" name="Google Shape;277;g12ed61292f3_23_55">
            <a:extLst>
              <a:ext uri="{FF2B5EF4-FFF2-40B4-BE49-F238E27FC236}">
                <a16:creationId xmlns:a16="http://schemas.microsoft.com/office/drawing/2014/main" id="{86C4F909-F57A-BC00-EC66-0CDAA566F3D0}"/>
              </a:ext>
            </a:extLst>
          </p:cNvPr>
          <p:cNvSpPr/>
          <p:nvPr/>
        </p:nvSpPr>
        <p:spPr>
          <a:xfrm>
            <a:off x="2769671" y="3982011"/>
            <a:ext cx="2641791" cy="1575917"/>
          </a:xfrm>
          <a:prstGeom prst="rect">
            <a:avLst/>
          </a:prstGeom>
          <a:noFill/>
          <a:ln w="6350" cap="flat" cmpd="sng">
            <a:solidFill>
              <a:srgbClr val="1F49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ru-RU" sz="1000" b="0" i="0" u="none" strike="noStrike" cap="none" dirty="0">
                <a:solidFill>
                  <a:srgbClr val="1F497D"/>
                </a:solidFill>
                <a:latin typeface="+mj-lt"/>
                <a:ea typeface="Montserrat"/>
                <a:cs typeface="Montserrat"/>
                <a:sym typeface="Montserrat"/>
              </a:rPr>
              <a:t>Текст 3</a:t>
            </a:r>
          </a:p>
        </p:txBody>
      </p:sp>
      <p:sp>
        <p:nvSpPr>
          <p:cNvPr id="20" name="Google Shape;278;g12ed61292f3_23_55">
            <a:extLst>
              <a:ext uri="{FF2B5EF4-FFF2-40B4-BE49-F238E27FC236}">
                <a16:creationId xmlns:a16="http://schemas.microsoft.com/office/drawing/2014/main" id="{E76877F2-1365-4A6F-D881-B3D2EA3D6806}"/>
              </a:ext>
            </a:extLst>
          </p:cNvPr>
          <p:cNvSpPr/>
          <p:nvPr/>
        </p:nvSpPr>
        <p:spPr>
          <a:xfrm>
            <a:off x="6522273" y="3982011"/>
            <a:ext cx="2641791" cy="1575917"/>
          </a:xfrm>
          <a:prstGeom prst="rect">
            <a:avLst/>
          </a:prstGeom>
          <a:noFill/>
          <a:ln w="6350" cap="flat" cmpd="sng">
            <a:solidFill>
              <a:srgbClr val="1F49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ru-RU" sz="1000" b="0" i="0" u="none" strike="noStrike" cap="none" dirty="0">
                <a:solidFill>
                  <a:srgbClr val="1F497D"/>
                </a:solidFill>
                <a:latin typeface="+mj-lt"/>
                <a:ea typeface="Montserrat"/>
                <a:cs typeface="Montserrat"/>
                <a:sym typeface="Montserrat"/>
              </a:rPr>
              <a:t>Текст 4</a:t>
            </a:r>
          </a:p>
        </p:txBody>
      </p:sp>
      <p:cxnSp>
        <p:nvCxnSpPr>
          <p:cNvPr id="21" name="Google Shape;279;g12ed61292f3_23_55">
            <a:extLst>
              <a:ext uri="{FF2B5EF4-FFF2-40B4-BE49-F238E27FC236}">
                <a16:creationId xmlns:a16="http://schemas.microsoft.com/office/drawing/2014/main" id="{E12154C2-B8E5-57EF-9E22-7DAF9208A998}"/>
              </a:ext>
            </a:extLst>
          </p:cNvPr>
          <p:cNvCxnSpPr>
            <a:stCxn id="17" idx="3"/>
            <a:endCxn id="18" idx="1"/>
          </p:cNvCxnSpPr>
          <p:nvPr/>
        </p:nvCxnSpPr>
        <p:spPr>
          <a:xfrm>
            <a:off x="5467219" y="2407458"/>
            <a:ext cx="1055054" cy="7332"/>
          </a:xfrm>
          <a:prstGeom prst="straightConnector1">
            <a:avLst/>
          </a:prstGeom>
          <a:noFill/>
          <a:ln w="6350" cap="flat" cmpd="sng">
            <a:solidFill>
              <a:srgbClr val="3C90DC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2" name="Google Shape;280;g12ed61292f3_23_55">
            <a:extLst>
              <a:ext uri="{FF2B5EF4-FFF2-40B4-BE49-F238E27FC236}">
                <a16:creationId xmlns:a16="http://schemas.microsoft.com/office/drawing/2014/main" id="{558E12A7-B0EA-34BB-5DF9-9A05FD670301}"/>
              </a:ext>
            </a:extLst>
          </p:cNvPr>
          <p:cNvCxnSpPr>
            <a:stCxn id="18" idx="2"/>
            <a:endCxn id="19" idx="0"/>
          </p:cNvCxnSpPr>
          <p:nvPr/>
        </p:nvCxnSpPr>
        <p:spPr>
          <a:xfrm flipH="1">
            <a:off x="4090754" y="2876176"/>
            <a:ext cx="3752415" cy="1105714"/>
          </a:xfrm>
          <a:prstGeom prst="straightConnector1">
            <a:avLst/>
          </a:prstGeom>
          <a:noFill/>
          <a:ln w="6350" cap="flat" cmpd="sng">
            <a:solidFill>
              <a:srgbClr val="3C90DC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3" name="Google Shape;281;g12ed61292f3_23_55">
            <a:extLst>
              <a:ext uri="{FF2B5EF4-FFF2-40B4-BE49-F238E27FC236}">
                <a16:creationId xmlns:a16="http://schemas.microsoft.com/office/drawing/2014/main" id="{3367763D-0B5E-3287-547B-58A240A31A38}"/>
              </a:ext>
            </a:extLst>
          </p:cNvPr>
          <p:cNvCxnSpPr/>
          <p:nvPr/>
        </p:nvCxnSpPr>
        <p:spPr>
          <a:xfrm>
            <a:off x="5411462" y="4797540"/>
            <a:ext cx="1110810" cy="0"/>
          </a:xfrm>
          <a:prstGeom prst="straightConnector1">
            <a:avLst/>
          </a:prstGeom>
          <a:noFill/>
          <a:ln w="6350" cap="flat" cmpd="sng">
            <a:solidFill>
              <a:srgbClr val="3C90DC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4" name="Google Shape;207;p30">
            <a:extLst>
              <a:ext uri="{FF2B5EF4-FFF2-40B4-BE49-F238E27FC236}">
                <a16:creationId xmlns:a16="http://schemas.microsoft.com/office/drawing/2014/main" id="{F111B39C-E4D3-7D24-D929-CEB24D41C268}"/>
              </a:ext>
            </a:extLst>
          </p:cNvPr>
          <p:cNvSpPr txBox="1"/>
          <p:nvPr/>
        </p:nvSpPr>
        <p:spPr>
          <a:xfrm>
            <a:off x="581846" y="6149789"/>
            <a:ext cx="1991892" cy="376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indent="0"/>
            <a:r>
              <a:rPr lang="ru" sz="1000" i="1" dirty="0">
                <a:solidFill>
                  <a:srgbClr val="001A72"/>
                </a:solidFill>
                <a:sym typeface="Arial Narrow"/>
              </a:rPr>
              <a:t>Институт математики </a:t>
            </a:r>
            <a:br>
              <a:rPr lang="ru" sz="1000" i="1" dirty="0">
                <a:solidFill>
                  <a:srgbClr val="001A72"/>
                </a:solidFill>
                <a:sym typeface="Arial Narrow"/>
              </a:rPr>
            </a:br>
            <a:r>
              <a:rPr lang="ru" sz="1000" i="1" dirty="0">
                <a:solidFill>
                  <a:srgbClr val="001A72"/>
                </a:solidFill>
                <a:sym typeface="Arial Narrow"/>
              </a:rPr>
              <a:t>и компьютерных технологий</a:t>
            </a:r>
          </a:p>
        </p:txBody>
      </p:sp>
      <p:pic>
        <p:nvPicPr>
          <p:cNvPr id="25" name="Google Shape;209;p30">
            <a:extLst>
              <a:ext uri="{FF2B5EF4-FFF2-40B4-BE49-F238E27FC236}">
                <a16:creationId xmlns:a16="http://schemas.microsoft.com/office/drawing/2014/main" id="{BB5298C6-4619-0889-5155-82AD00FA660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31345" y="6193536"/>
            <a:ext cx="302210" cy="297608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106;p15">
            <a:extLst>
              <a:ext uri="{FF2B5EF4-FFF2-40B4-BE49-F238E27FC236}">
                <a16:creationId xmlns:a16="http://schemas.microsoft.com/office/drawing/2014/main" id="{93C6C9E4-A8A7-41DC-28AC-C46B7A3F37B7}"/>
              </a:ext>
            </a:extLst>
          </p:cNvPr>
          <p:cNvSpPr txBox="1">
            <a:spLocks/>
          </p:cNvSpPr>
          <p:nvPr/>
        </p:nvSpPr>
        <p:spPr>
          <a:xfrm>
            <a:off x="11736659" y="6481143"/>
            <a:ext cx="442537" cy="3768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850" tIns="36425" rIns="72850" bIns="36425" anchor="ctr" anchorCtr="0">
            <a:normAutofit fontScale="6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r>
              <a:rPr lang="ru" sz="1000" dirty="0">
                <a:latin typeface="+mj-lt"/>
                <a:ea typeface="Montserrat"/>
                <a:cs typeface="Montserrat"/>
                <a:sym typeface="Montserrat"/>
              </a:rPr>
              <a:t>НОМЕР СТРАНИЦЫ</a:t>
            </a:r>
          </a:p>
        </p:txBody>
      </p:sp>
    </p:spTree>
    <p:extLst>
      <p:ext uri="{BB962C8B-B14F-4D97-AF65-F5344CB8AC3E}">
        <p14:creationId xmlns:p14="http://schemas.microsoft.com/office/powerpoint/2010/main" val="17509389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238;p20">
            <a:extLst>
              <a:ext uri="{FF2B5EF4-FFF2-40B4-BE49-F238E27FC236}">
                <a16:creationId xmlns:a16="http://schemas.microsoft.com/office/drawing/2014/main" id="{1CBCC290-7EBB-1A87-445F-11AC5E14ED65}"/>
              </a:ext>
            </a:extLst>
          </p:cNvPr>
          <p:cNvSpPr/>
          <p:nvPr/>
        </p:nvSpPr>
        <p:spPr>
          <a:xfrm>
            <a:off x="691668" y="1823297"/>
            <a:ext cx="1608941" cy="367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49B0E3"/>
                </a:solidFill>
                <a:latin typeface="+mj-lt"/>
                <a:ea typeface="Montserrat"/>
                <a:cs typeface="Montserrat"/>
                <a:sym typeface="Montserrat"/>
              </a:rPr>
              <a:t>Слово 1</a:t>
            </a:r>
            <a:endParaRPr sz="1000" b="1" dirty="0">
              <a:solidFill>
                <a:srgbClr val="49B0E3"/>
              </a:solidFill>
              <a:latin typeface="+mj-lt"/>
              <a:ea typeface="Montserrat"/>
              <a:cs typeface="Montserrat"/>
              <a:sym typeface="Montserrat"/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08F1550F-A232-E629-1372-DEE5EACC887E}"/>
              </a:ext>
            </a:extLst>
          </p:cNvPr>
          <p:cNvSpPr/>
          <p:nvPr/>
        </p:nvSpPr>
        <p:spPr>
          <a:xfrm>
            <a:off x="625413" y="1768923"/>
            <a:ext cx="2869222" cy="2591302"/>
          </a:xfrm>
          <a:prstGeom prst="rect">
            <a:avLst/>
          </a:prstGeom>
          <a:noFill/>
          <a:ln w="6350">
            <a:solidFill>
              <a:srgbClr val="3C90DC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00">
              <a:solidFill>
                <a:srgbClr val="1F497D"/>
              </a:solidFill>
              <a:latin typeface="+mj-lt"/>
            </a:endParaRPr>
          </a:p>
        </p:txBody>
      </p:sp>
      <p:sp>
        <p:nvSpPr>
          <p:cNvPr id="5" name="Google Shape;238;p20">
            <a:extLst>
              <a:ext uri="{FF2B5EF4-FFF2-40B4-BE49-F238E27FC236}">
                <a16:creationId xmlns:a16="http://schemas.microsoft.com/office/drawing/2014/main" id="{ABA0B430-F0E5-D7EC-1590-49E12489ADBB}"/>
              </a:ext>
            </a:extLst>
          </p:cNvPr>
          <p:cNvSpPr/>
          <p:nvPr/>
        </p:nvSpPr>
        <p:spPr>
          <a:xfrm>
            <a:off x="4513860" y="1845177"/>
            <a:ext cx="1608941" cy="367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49B0E3"/>
                </a:solidFill>
                <a:latin typeface="+mj-lt"/>
                <a:ea typeface="Montserrat"/>
                <a:cs typeface="Montserrat"/>
                <a:sym typeface="Montserrat"/>
              </a:rPr>
              <a:t>Слово 2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B7EA84C8-5F02-CD37-B938-FA4C49204E98}"/>
              </a:ext>
            </a:extLst>
          </p:cNvPr>
          <p:cNvSpPr/>
          <p:nvPr/>
        </p:nvSpPr>
        <p:spPr>
          <a:xfrm>
            <a:off x="4447605" y="1768923"/>
            <a:ext cx="2869222" cy="2638496"/>
          </a:xfrm>
          <a:prstGeom prst="rect">
            <a:avLst/>
          </a:prstGeom>
          <a:noFill/>
          <a:ln w="6350">
            <a:solidFill>
              <a:srgbClr val="3C90DC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00">
              <a:solidFill>
                <a:srgbClr val="1F497D"/>
              </a:solidFill>
              <a:latin typeface="+mj-lt"/>
            </a:endParaRPr>
          </a:p>
        </p:txBody>
      </p: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D786DDA0-5084-D0E4-8616-C5E04D5A11DA}"/>
              </a:ext>
            </a:extLst>
          </p:cNvPr>
          <p:cNvCxnSpPr>
            <a:cxnSpLocks/>
          </p:cNvCxnSpPr>
          <p:nvPr/>
        </p:nvCxnSpPr>
        <p:spPr>
          <a:xfrm>
            <a:off x="4053161" y="2028412"/>
            <a:ext cx="0" cy="1059759"/>
          </a:xfrm>
          <a:prstGeom prst="line">
            <a:avLst/>
          </a:prstGeom>
          <a:ln>
            <a:solidFill>
              <a:srgbClr val="3C90DC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87E3963A-AD2E-6491-D6B2-316BB1C5165F}"/>
              </a:ext>
            </a:extLst>
          </p:cNvPr>
          <p:cNvCxnSpPr>
            <a:cxnSpLocks/>
          </p:cNvCxnSpPr>
          <p:nvPr/>
        </p:nvCxnSpPr>
        <p:spPr>
          <a:xfrm flipH="1">
            <a:off x="3644024" y="2028412"/>
            <a:ext cx="409137" cy="0"/>
          </a:xfrm>
          <a:prstGeom prst="line">
            <a:avLst/>
          </a:prstGeom>
          <a:ln>
            <a:solidFill>
              <a:srgbClr val="3C90DC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Google Shape;295;p20">
            <a:extLst>
              <a:ext uri="{FF2B5EF4-FFF2-40B4-BE49-F238E27FC236}">
                <a16:creationId xmlns:a16="http://schemas.microsoft.com/office/drawing/2014/main" id="{A3CF66B5-FFE2-6D98-DAE1-4B280A6501CF}"/>
              </a:ext>
            </a:extLst>
          </p:cNvPr>
          <p:cNvSpPr/>
          <p:nvPr/>
        </p:nvSpPr>
        <p:spPr>
          <a:xfrm>
            <a:off x="3310847" y="1851975"/>
            <a:ext cx="347870" cy="347870"/>
          </a:xfrm>
          <a:prstGeom prst="ellipse">
            <a:avLst/>
          </a:prstGeom>
          <a:solidFill>
            <a:schemeClr val="bg1"/>
          </a:solidFill>
          <a:ln w="9525" cap="flat" cmpd="sng">
            <a:solidFill>
              <a:srgbClr val="3C90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1F497D"/>
              </a:solidFill>
              <a:latin typeface="+mj-lt"/>
            </a:endParaRPr>
          </a:p>
        </p:txBody>
      </p: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D85BF54D-2B90-9C75-B021-C5F620516DAC}"/>
              </a:ext>
            </a:extLst>
          </p:cNvPr>
          <p:cNvCxnSpPr>
            <a:cxnSpLocks/>
            <a:stCxn id="6" idx="1"/>
          </p:cNvCxnSpPr>
          <p:nvPr/>
        </p:nvCxnSpPr>
        <p:spPr>
          <a:xfrm flipH="1">
            <a:off x="4053161" y="3088171"/>
            <a:ext cx="394444" cy="0"/>
          </a:xfrm>
          <a:prstGeom prst="line">
            <a:avLst/>
          </a:prstGeom>
          <a:ln>
            <a:solidFill>
              <a:srgbClr val="3C90DC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Google Shape;67;p15">
            <a:extLst>
              <a:ext uri="{FF2B5EF4-FFF2-40B4-BE49-F238E27FC236}">
                <a16:creationId xmlns:a16="http://schemas.microsoft.com/office/drawing/2014/main" id="{2D19CFD3-DA85-A891-88C0-8546A28B8B17}"/>
              </a:ext>
            </a:extLst>
          </p:cNvPr>
          <p:cNvSpPr txBox="1"/>
          <p:nvPr/>
        </p:nvSpPr>
        <p:spPr>
          <a:xfrm>
            <a:off x="275576" y="214114"/>
            <a:ext cx="5744648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ru" sz="2000" b="1" i="0" u="none" strike="noStrike" cap="none" dirty="0">
                <a:solidFill>
                  <a:schemeClr val="dk1"/>
                </a:solidFill>
                <a:latin typeface="+mj-lt"/>
                <a:ea typeface="Montserrat Medium"/>
                <a:cs typeface="Montserrat Medium"/>
                <a:sym typeface="Montserrat Medium"/>
              </a:rPr>
              <a:t>ЗАГОЛОВОК ОСНОВНАЯ МЫСЛЬ</a:t>
            </a:r>
            <a:endParaRPr sz="2000" b="1" i="0" u="none" strike="noStrike" cap="none" dirty="0">
              <a:solidFill>
                <a:schemeClr val="dk1"/>
              </a:solidFill>
              <a:latin typeface="+mj-lt"/>
              <a:ea typeface="Montserrat Medium"/>
              <a:cs typeface="Montserrat Medium"/>
              <a:sym typeface="Montserrat Medium"/>
            </a:endParaRPr>
          </a:p>
        </p:txBody>
      </p:sp>
      <p:grpSp>
        <p:nvGrpSpPr>
          <p:cNvPr id="14" name="Группа 13">
            <a:extLst>
              <a:ext uri="{FF2B5EF4-FFF2-40B4-BE49-F238E27FC236}">
                <a16:creationId xmlns:a16="http://schemas.microsoft.com/office/drawing/2014/main" id="{C49B88DC-F0A6-68C6-BB9F-07EE85333DEB}"/>
              </a:ext>
            </a:extLst>
          </p:cNvPr>
          <p:cNvGrpSpPr/>
          <p:nvPr/>
        </p:nvGrpSpPr>
        <p:grpSpPr>
          <a:xfrm>
            <a:off x="11330354" y="6107172"/>
            <a:ext cx="513035" cy="513034"/>
            <a:chOff x="1261434" y="1228635"/>
            <a:chExt cx="937667" cy="937666"/>
          </a:xfrm>
        </p:grpSpPr>
        <p:sp>
          <p:nvSpPr>
            <p:cNvPr id="15" name="Овал 14">
              <a:extLst>
                <a:ext uri="{FF2B5EF4-FFF2-40B4-BE49-F238E27FC236}">
                  <a16:creationId xmlns:a16="http://schemas.microsoft.com/office/drawing/2014/main" id="{58C15E76-5C46-A9D3-43F5-EAFE676B5EDA}"/>
                </a:ext>
              </a:extLst>
            </p:cNvPr>
            <p:cNvSpPr/>
            <p:nvPr/>
          </p:nvSpPr>
          <p:spPr>
            <a:xfrm>
              <a:off x="1261434" y="1228635"/>
              <a:ext cx="937667" cy="937666"/>
            </a:xfrm>
            <a:prstGeom prst="ellipse">
              <a:avLst/>
            </a:prstGeom>
            <a:solidFill>
              <a:srgbClr val="699BC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16" name="Рисунок 15">
              <a:extLst>
                <a:ext uri="{FF2B5EF4-FFF2-40B4-BE49-F238E27FC236}">
                  <a16:creationId xmlns:a16="http://schemas.microsoft.com/office/drawing/2014/main" id="{254C2341-16BE-A874-A13F-4EF150CC55B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" r="66639" b="1303"/>
            <a:stretch/>
          </p:blipFill>
          <p:spPr>
            <a:xfrm>
              <a:off x="1567979" y="1399380"/>
              <a:ext cx="324578" cy="596177"/>
            </a:xfrm>
            <a:prstGeom prst="rect">
              <a:avLst/>
            </a:prstGeom>
          </p:spPr>
        </p:pic>
      </p:grpSp>
      <p:sp>
        <p:nvSpPr>
          <p:cNvPr id="25" name="Google Shape;238;p20">
            <a:extLst>
              <a:ext uri="{FF2B5EF4-FFF2-40B4-BE49-F238E27FC236}">
                <a16:creationId xmlns:a16="http://schemas.microsoft.com/office/drawing/2014/main" id="{CD018B0C-917F-BDA3-CB26-48FBFB8DDA8C}"/>
              </a:ext>
            </a:extLst>
          </p:cNvPr>
          <p:cNvSpPr/>
          <p:nvPr/>
        </p:nvSpPr>
        <p:spPr>
          <a:xfrm>
            <a:off x="691668" y="2374395"/>
            <a:ext cx="1608941" cy="367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49B0E3"/>
                </a:solidFill>
                <a:latin typeface="+mj-lt"/>
                <a:ea typeface="Montserrat"/>
                <a:cs typeface="Montserrat"/>
                <a:sym typeface="Montserrat"/>
              </a:rPr>
              <a:t>Текст 1</a:t>
            </a:r>
            <a:endParaRPr sz="1000" b="1" dirty="0">
              <a:solidFill>
                <a:srgbClr val="49B0E3"/>
              </a:solidFill>
              <a:latin typeface="+mj-lt"/>
              <a:ea typeface="Montserrat"/>
              <a:cs typeface="Montserrat"/>
              <a:sym typeface="Montserrat"/>
            </a:endParaRPr>
          </a:p>
        </p:txBody>
      </p:sp>
      <p:sp>
        <p:nvSpPr>
          <p:cNvPr id="26" name="Google Shape;238;p20">
            <a:extLst>
              <a:ext uri="{FF2B5EF4-FFF2-40B4-BE49-F238E27FC236}">
                <a16:creationId xmlns:a16="http://schemas.microsoft.com/office/drawing/2014/main" id="{0C37B318-CAC0-CDA5-BE48-E67791B40AFD}"/>
              </a:ext>
            </a:extLst>
          </p:cNvPr>
          <p:cNvSpPr/>
          <p:nvPr/>
        </p:nvSpPr>
        <p:spPr>
          <a:xfrm>
            <a:off x="4513859" y="2374395"/>
            <a:ext cx="1608941" cy="367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49B0E3"/>
                </a:solidFill>
                <a:latin typeface="+mj-lt"/>
                <a:ea typeface="Montserrat"/>
                <a:cs typeface="Montserrat"/>
                <a:sym typeface="Montserrat"/>
              </a:rPr>
              <a:t>Текст 2</a:t>
            </a:r>
            <a:endParaRPr sz="1000" b="1" dirty="0">
              <a:solidFill>
                <a:srgbClr val="49B0E3"/>
              </a:solidFill>
              <a:latin typeface="+mj-lt"/>
              <a:ea typeface="Montserrat"/>
              <a:cs typeface="Montserrat"/>
              <a:sym typeface="Montserrat"/>
            </a:endParaRPr>
          </a:p>
        </p:txBody>
      </p:sp>
      <p:sp>
        <p:nvSpPr>
          <p:cNvPr id="28" name="Google Shape;238;p20">
            <a:extLst>
              <a:ext uri="{FF2B5EF4-FFF2-40B4-BE49-F238E27FC236}">
                <a16:creationId xmlns:a16="http://schemas.microsoft.com/office/drawing/2014/main" id="{160C7AA0-ED22-14B4-5D82-5FA720FDF414}"/>
              </a:ext>
            </a:extLst>
          </p:cNvPr>
          <p:cNvSpPr/>
          <p:nvPr/>
        </p:nvSpPr>
        <p:spPr>
          <a:xfrm>
            <a:off x="8336052" y="1845177"/>
            <a:ext cx="1608941" cy="367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49B0E3"/>
                </a:solidFill>
                <a:latin typeface="+mj-lt"/>
                <a:ea typeface="Montserrat"/>
                <a:cs typeface="Montserrat"/>
                <a:sym typeface="Montserrat"/>
              </a:rPr>
              <a:t>Слово 3</a:t>
            </a:r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44991C61-E826-A76D-D012-AF5C721F0589}"/>
              </a:ext>
            </a:extLst>
          </p:cNvPr>
          <p:cNvSpPr/>
          <p:nvPr/>
        </p:nvSpPr>
        <p:spPr>
          <a:xfrm>
            <a:off x="8269797" y="1768923"/>
            <a:ext cx="2869222" cy="2638496"/>
          </a:xfrm>
          <a:prstGeom prst="rect">
            <a:avLst/>
          </a:prstGeom>
          <a:noFill/>
          <a:ln w="6350">
            <a:solidFill>
              <a:srgbClr val="3C90DC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00">
              <a:solidFill>
                <a:srgbClr val="1F497D"/>
              </a:solidFill>
              <a:latin typeface="+mj-lt"/>
            </a:endParaRPr>
          </a:p>
        </p:txBody>
      </p:sp>
      <p:cxnSp>
        <p:nvCxnSpPr>
          <p:cNvPr id="30" name="Прямая соединительная линия 29">
            <a:extLst>
              <a:ext uri="{FF2B5EF4-FFF2-40B4-BE49-F238E27FC236}">
                <a16:creationId xmlns:a16="http://schemas.microsoft.com/office/drawing/2014/main" id="{7938D6F6-FF7A-1B6C-58B1-A5F3166F2263}"/>
              </a:ext>
            </a:extLst>
          </p:cNvPr>
          <p:cNvCxnSpPr>
            <a:cxnSpLocks/>
          </p:cNvCxnSpPr>
          <p:nvPr/>
        </p:nvCxnSpPr>
        <p:spPr>
          <a:xfrm>
            <a:off x="7875353" y="2028412"/>
            <a:ext cx="0" cy="1059759"/>
          </a:xfrm>
          <a:prstGeom prst="line">
            <a:avLst/>
          </a:prstGeom>
          <a:ln>
            <a:solidFill>
              <a:srgbClr val="3C90DC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Прямая соединительная линия 30">
            <a:extLst>
              <a:ext uri="{FF2B5EF4-FFF2-40B4-BE49-F238E27FC236}">
                <a16:creationId xmlns:a16="http://schemas.microsoft.com/office/drawing/2014/main" id="{9D1D023C-5F70-0C46-2F2E-E51CF935F97A}"/>
              </a:ext>
            </a:extLst>
          </p:cNvPr>
          <p:cNvCxnSpPr>
            <a:cxnSpLocks/>
          </p:cNvCxnSpPr>
          <p:nvPr/>
        </p:nvCxnSpPr>
        <p:spPr>
          <a:xfrm flipH="1">
            <a:off x="7466216" y="2028412"/>
            <a:ext cx="409137" cy="0"/>
          </a:xfrm>
          <a:prstGeom prst="line">
            <a:avLst/>
          </a:prstGeom>
          <a:ln>
            <a:solidFill>
              <a:srgbClr val="3C90DC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Google Shape;295;p20">
            <a:extLst>
              <a:ext uri="{FF2B5EF4-FFF2-40B4-BE49-F238E27FC236}">
                <a16:creationId xmlns:a16="http://schemas.microsoft.com/office/drawing/2014/main" id="{07CB972F-7CA3-9AD4-46ED-8527A3456311}"/>
              </a:ext>
            </a:extLst>
          </p:cNvPr>
          <p:cNvSpPr/>
          <p:nvPr/>
        </p:nvSpPr>
        <p:spPr>
          <a:xfrm>
            <a:off x="7133039" y="1851975"/>
            <a:ext cx="347870" cy="347870"/>
          </a:xfrm>
          <a:prstGeom prst="ellipse">
            <a:avLst/>
          </a:prstGeom>
          <a:solidFill>
            <a:schemeClr val="bg1"/>
          </a:solidFill>
          <a:ln w="9525" cap="flat" cmpd="sng">
            <a:solidFill>
              <a:srgbClr val="3C90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1F497D"/>
              </a:solidFill>
              <a:latin typeface="+mj-lt"/>
            </a:endParaRPr>
          </a:p>
        </p:txBody>
      </p:sp>
      <p:cxnSp>
        <p:nvCxnSpPr>
          <p:cNvPr id="33" name="Прямая соединительная линия 32">
            <a:extLst>
              <a:ext uri="{FF2B5EF4-FFF2-40B4-BE49-F238E27FC236}">
                <a16:creationId xmlns:a16="http://schemas.microsoft.com/office/drawing/2014/main" id="{2CA6F2CD-4A23-1644-0C8F-6A3FE60ABF21}"/>
              </a:ext>
            </a:extLst>
          </p:cNvPr>
          <p:cNvCxnSpPr>
            <a:cxnSpLocks/>
            <a:stCxn id="29" idx="1"/>
          </p:cNvCxnSpPr>
          <p:nvPr/>
        </p:nvCxnSpPr>
        <p:spPr>
          <a:xfrm flipH="1">
            <a:off x="7875353" y="3088171"/>
            <a:ext cx="394444" cy="0"/>
          </a:xfrm>
          <a:prstGeom prst="line">
            <a:avLst/>
          </a:prstGeom>
          <a:ln>
            <a:solidFill>
              <a:srgbClr val="3C90DC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Google Shape;238;p20">
            <a:extLst>
              <a:ext uri="{FF2B5EF4-FFF2-40B4-BE49-F238E27FC236}">
                <a16:creationId xmlns:a16="http://schemas.microsoft.com/office/drawing/2014/main" id="{948AA351-9551-31A4-D6AD-D03CA4B30341}"/>
              </a:ext>
            </a:extLst>
          </p:cNvPr>
          <p:cNvSpPr/>
          <p:nvPr/>
        </p:nvSpPr>
        <p:spPr>
          <a:xfrm>
            <a:off x="8336051" y="2374395"/>
            <a:ext cx="1608941" cy="367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49B0E3"/>
                </a:solidFill>
                <a:latin typeface="+mj-lt"/>
                <a:ea typeface="Montserrat"/>
                <a:cs typeface="Montserrat"/>
                <a:sym typeface="Montserrat"/>
              </a:rPr>
              <a:t>Текст 3</a:t>
            </a:r>
            <a:endParaRPr sz="1000" b="1" dirty="0">
              <a:solidFill>
                <a:srgbClr val="49B0E3"/>
              </a:solidFill>
              <a:latin typeface="+mj-lt"/>
              <a:ea typeface="Montserrat"/>
              <a:cs typeface="Montserrat"/>
              <a:sym typeface="Montserrat"/>
            </a:endParaRPr>
          </a:p>
        </p:txBody>
      </p:sp>
      <p:sp>
        <p:nvSpPr>
          <p:cNvPr id="35" name="Google Shape;67;p15">
            <a:extLst>
              <a:ext uri="{FF2B5EF4-FFF2-40B4-BE49-F238E27FC236}">
                <a16:creationId xmlns:a16="http://schemas.microsoft.com/office/drawing/2014/main" id="{44F1607E-B3A3-6EA7-D104-14FE416D0549}"/>
              </a:ext>
            </a:extLst>
          </p:cNvPr>
          <p:cNvSpPr txBox="1"/>
          <p:nvPr/>
        </p:nvSpPr>
        <p:spPr>
          <a:xfrm>
            <a:off x="4513859" y="867953"/>
            <a:ext cx="2869222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2400" b="1" dirty="0">
                <a:solidFill>
                  <a:srgbClr val="336699"/>
                </a:solidFill>
                <a:latin typeface="+mj-lt"/>
                <a:ea typeface="Montserrat Medium"/>
                <a:cs typeface="Montserrat Medium"/>
                <a:sym typeface="Montserrat Light"/>
              </a:rPr>
              <a:t>СХЕМА</a:t>
            </a:r>
            <a:endParaRPr sz="2400" b="1" dirty="0">
              <a:solidFill>
                <a:srgbClr val="336699"/>
              </a:solidFill>
              <a:latin typeface="+mj-lt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6" name="Google Shape;207;p30">
            <a:extLst>
              <a:ext uri="{FF2B5EF4-FFF2-40B4-BE49-F238E27FC236}">
                <a16:creationId xmlns:a16="http://schemas.microsoft.com/office/drawing/2014/main" id="{150D8B3E-965D-8335-C9CC-86853AB5F947}"/>
              </a:ext>
            </a:extLst>
          </p:cNvPr>
          <p:cNvSpPr txBox="1"/>
          <p:nvPr/>
        </p:nvSpPr>
        <p:spPr>
          <a:xfrm>
            <a:off x="581846" y="6149789"/>
            <a:ext cx="1991892" cy="376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indent="0"/>
            <a:r>
              <a:rPr lang="ru" sz="1000" i="1" dirty="0">
                <a:solidFill>
                  <a:srgbClr val="001A72"/>
                </a:solidFill>
                <a:sym typeface="Arial Narrow"/>
              </a:rPr>
              <a:t>Институт математики </a:t>
            </a:r>
            <a:br>
              <a:rPr lang="ru" sz="1000" i="1" dirty="0">
                <a:solidFill>
                  <a:srgbClr val="001A72"/>
                </a:solidFill>
                <a:sym typeface="Arial Narrow"/>
              </a:rPr>
            </a:br>
            <a:r>
              <a:rPr lang="ru" sz="1000" i="1" dirty="0">
                <a:solidFill>
                  <a:srgbClr val="001A72"/>
                </a:solidFill>
                <a:sym typeface="Arial Narrow"/>
              </a:rPr>
              <a:t>и компьютерных технологий</a:t>
            </a:r>
          </a:p>
        </p:txBody>
      </p:sp>
      <p:pic>
        <p:nvPicPr>
          <p:cNvPr id="37" name="Google Shape;209;p30">
            <a:extLst>
              <a:ext uri="{FF2B5EF4-FFF2-40B4-BE49-F238E27FC236}">
                <a16:creationId xmlns:a16="http://schemas.microsoft.com/office/drawing/2014/main" id="{0DC47F72-347B-07A3-DDE1-9DFCC16A099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31345" y="6193536"/>
            <a:ext cx="302210" cy="29760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106;p15">
            <a:extLst>
              <a:ext uri="{FF2B5EF4-FFF2-40B4-BE49-F238E27FC236}">
                <a16:creationId xmlns:a16="http://schemas.microsoft.com/office/drawing/2014/main" id="{0EA6F54A-20C5-E760-7CA2-2092DF2567E9}"/>
              </a:ext>
            </a:extLst>
          </p:cNvPr>
          <p:cNvSpPr txBox="1">
            <a:spLocks/>
          </p:cNvSpPr>
          <p:nvPr/>
        </p:nvSpPr>
        <p:spPr>
          <a:xfrm>
            <a:off x="11736659" y="6481143"/>
            <a:ext cx="442537" cy="3768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850" tIns="36425" rIns="72850" bIns="36425" anchor="ctr" anchorCtr="0">
            <a:normAutofit fontScale="6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r>
              <a:rPr lang="ru" sz="1000" dirty="0">
                <a:latin typeface="+mj-lt"/>
                <a:ea typeface="Montserrat"/>
                <a:cs typeface="Montserrat"/>
                <a:sym typeface="Montserrat"/>
              </a:rPr>
              <a:t>НОМЕР СТРАНИЦЫ</a:t>
            </a:r>
          </a:p>
        </p:txBody>
      </p:sp>
    </p:spTree>
    <p:extLst>
      <p:ext uri="{BB962C8B-B14F-4D97-AF65-F5344CB8AC3E}">
        <p14:creationId xmlns:p14="http://schemas.microsoft.com/office/powerpoint/2010/main" val="3243174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Рисунок 52">
            <a:extLst>
              <a:ext uri="{FF2B5EF4-FFF2-40B4-BE49-F238E27FC236}">
                <a16:creationId xmlns:a16="http://schemas.microsoft.com/office/drawing/2014/main" id="{23B25950-86D2-41AB-997C-781F3B45E8E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-3" y="0"/>
            <a:ext cx="12192002" cy="6858000"/>
          </a:xfrm>
          <a:prstGeom prst="rect">
            <a:avLst/>
          </a:prstGeom>
        </p:spPr>
      </p:pic>
      <p:sp>
        <p:nvSpPr>
          <p:cNvPr id="56" name="Google Shape;154;gb6f6fa0e72_1_0">
            <a:extLst>
              <a:ext uri="{FF2B5EF4-FFF2-40B4-BE49-F238E27FC236}">
                <a16:creationId xmlns:a16="http://schemas.microsoft.com/office/drawing/2014/main" id="{8D821B33-E5C9-4CB2-A886-A929CBF93160}"/>
              </a:ext>
            </a:extLst>
          </p:cNvPr>
          <p:cNvSpPr/>
          <p:nvPr/>
        </p:nvSpPr>
        <p:spPr>
          <a:xfrm rot="5400000">
            <a:off x="3467097" y="-162518"/>
            <a:ext cx="1133475" cy="8067679"/>
          </a:xfrm>
          <a:prstGeom prst="rect">
            <a:avLst/>
          </a:prstGeom>
          <a:solidFill>
            <a:srgbClr val="023A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Прямоугольник 57">
            <a:extLst>
              <a:ext uri="{FF2B5EF4-FFF2-40B4-BE49-F238E27FC236}">
                <a16:creationId xmlns:a16="http://schemas.microsoft.com/office/drawing/2014/main" id="{89755244-E690-4F68-8958-D1125360DB46}"/>
              </a:ext>
            </a:extLst>
          </p:cNvPr>
          <p:cNvSpPr/>
          <p:nvPr/>
        </p:nvSpPr>
        <p:spPr>
          <a:xfrm>
            <a:off x="671127" y="3528785"/>
            <a:ext cx="873004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ru-RU" sz="3600" b="1" dirty="0">
                <a:solidFill>
                  <a:schemeClr val="bg1"/>
                </a:solidFill>
                <a:latin typeface="Montserrat" panose="00000500000000000000" pitchFamily="2" charset="-52"/>
                <a:ea typeface="Roboto" pitchFamily="2" charset="0"/>
                <a:sym typeface="Calibri"/>
              </a:rPr>
              <a:t>СПАСИБО ЗА ВНИМАНИЕ!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BDC8EF9-465A-48F1-9374-C6DBE96FE6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7436" y="3304583"/>
            <a:ext cx="1358334" cy="843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28676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Стандартная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Стандартная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1938</TotalTime>
  <Words>294</Words>
  <Application>Microsoft Office PowerPoint</Application>
  <PresentationFormat>Широкоэкранный</PresentationFormat>
  <Paragraphs>166</Paragraphs>
  <Slides>14</Slides>
  <Notes>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14</vt:i4>
      </vt:variant>
    </vt:vector>
  </HeadingPairs>
  <TitlesOfParts>
    <vt:vector size="24" baseType="lpstr">
      <vt:lpstr>Arial</vt:lpstr>
      <vt:lpstr>Montserrat</vt:lpstr>
      <vt:lpstr>Roboto Light</vt:lpstr>
      <vt:lpstr>Calibri</vt:lpstr>
      <vt:lpstr>Montserrat Medium</vt:lpstr>
      <vt:lpstr>Arial Narrow</vt:lpstr>
      <vt:lpstr>Roboto</vt:lpstr>
      <vt:lpstr>Raleway</vt:lpstr>
      <vt:lpstr>Office Theme</vt:lpstr>
      <vt:lpstr>1_Office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1 1</dc:creator>
  <cp:lastModifiedBy>Юрий Музыченко</cp:lastModifiedBy>
  <cp:revision>218</cp:revision>
  <dcterms:modified xsi:type="dcterms:W3CDTF">2026-06-07T08:24:07Z</dcterms:modified>
</cp:coreProperties>
</file>