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Заголовок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Раздел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Пункт списка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с изображением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